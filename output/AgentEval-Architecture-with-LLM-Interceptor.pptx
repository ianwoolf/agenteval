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58fa075cbf4a18" /><Relationship Type="http://schemas.openxmlformats.org/officeDocument/2006/relationships/extended-properties" Target="/docProps/app.xml" Id="Rfb2c1f7af1524eae" /><Relationship Type="http://schemas.openxmlformats.org/officeDocument/2006/relationships/officeDocument" Target="/ppt/presentation.xml" Id="R838ad71164dc4a02" /></Relationships>
</file>

<file path=ppt/presentation.xml><?xml version="1.0" encoding="utf-8"?>
<p:presentation xmlns:p="http://schemas.openxmlformats.org/presentationml/2006/main">
  <p:sldMasterIdLst>
    <p:sldMasterId xmlns:r="http://schemas.openxmlformats.org/officeDocument/2006/relationships" id="2147483648" r:id="R7cbee606185547e5"/>
  </p:sldMasterIdLst>
  <p:notesMasterIdLst>
    <p:notesMasterId xmlns:r="http://schemas.openxmlformats.org/officeDocument/2006/relationships" r:id="R08edd4569d204cfd"/>
  </p:notesMasterIdLst>
  <p:sldIdLst>
    <p:sldId xmlns:r="http://schemas.openxmlformats.org/officeDocument/2006/relationships" id="256" r:id="Rd0063a67fa274dd1"/>
    <p:sldId xmlns:r="http://schemas.openxmlformats.org/officeDocument/2006/relationships" id="257" r:id="Rf7b50c75195640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cc6d42779f4aeb" /><Relationship Type="http://schemas.openxmlformats.org/officeDocument/2006/relationships/slideMaster" Target="/ppt/slideMasters/slideMaster1.xml" Id="R7cbee606185547e5" /><Relationship Type="http://schemas.openxmlformats.org/officeDocument/2006/relationships/notesMaster" Target="/ppt/notesMasters/notesMaster1.xml" Id="R08edd4569d204cfd" /><Relationship Type="http://schemas.openxmlformats.org/officeDocument/2006/relationships/presProps" Target="/ppt/presProps.xml" Id="R8d6f0a7271e54e1d" /><Relationship Type="http://schemas.openxmlformats.org/officeDocument/2006/relationships/tableStyles" Target="/ppt/tableStyles.xml" Id="Rcbdc413cb3f547e9" /><Relationship Type="http://schemas.openxmlformats.org/officeDocument/2006/relationships/slide" Target="/ppt/slides/slide1.xml" Id="Rd0063a67fa274dd1" /><Relationship Type="http://schemas.openxmlformats.org/officeDocument/2006/relationships/slide" Target="/ppt/slides/slide2.xml" Id="Rf7b50c75195640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92791624bf45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fd9d5926eb4841" /><Relationship Type="http://schemas.openxmlformats.org/officeDocument/2006/relationships/notesMaster" Target="/ppt/notesMasters/notesMaster1.xml" Id="R2c0c52cd3cb942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0a27471fcb4607" /><Relationship Type="http://schemas.openxmlformats.org/officeDocument/2006/relationships/notesMaster" Target="/ppt/notesMasters/notesMaster1.xml" Id="R1b3b020728b943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architecture: the in-runner LLM Interceptor uses run configuration to intercept and route model calls. It exports telemetry including token usage, TTFT and duration to Langfuse. Cost can be derived from token usage and configured model pricing, and is distinct from provider billing. The LLM Gateway denotes the configured upstream model endpoint. The LLM Gateway-to-Evaluation connector is intentionally removed. UI Trigger and Guardrail Gateway remain pending. Scores are sent separately from interceptor monitoring/cost. The currently implemented interceptor performs model resolution internally; this diagram omits that internal lookup to match the requested logical architecture. No backend code was changed for this diagram 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real test used the CLI, glm-dev, six real Langfuse Dataset items and the explicit mock-score library. Mock scores validate delivery and do not measure model quality. The UI trigger and Guardrail Gateway remain planned. Sources: src/evaluation_backend/openshell_runner.py, experiment.py, worker.py and platforms/langfuse.py.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ba6ee0555c4d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f15bfca83e43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3f9d20a83e47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b08b66574d45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535256bffc4d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0146bb51b54e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4F8063-5081-4FB5-B439-9BEB60DD39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D0706C-302A-4A79-AEB4-5C0F5B709C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184318-FC6E-46BB-B7C7-94555E91DE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1917CF-D027-4739-B017-167756E1E3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767B32-15A7-4FD3-A43C-7ACEADC093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C37144-AF5D-4158-BC63-D28DF2DCF9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23E5AD-DB24-4698-93FD-DE33F91AC5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D00F6F-8A86-41D7-8A78-062FF55101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21719A-858C-467A-B5BD-740EE9DA11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353435-6B23-4320-BE07-D4AFB8D4A9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401625a7cb4a87" /><Relationship Type="http://schemas.openxmlformats.org/officeDocument/2006/relationships/slideLayout" Target="/ppt/slideLayouts/slideLayout1.xml" Id="R2e23919b46b443d2" /><Relationship Type="http://schemas.openxmlformats.org/officeDocument/2006/relationships/slideLayout" Target="/ppt/slideLayouts/slideLayout2.xml" Id="Rd73efbba2a2d4964" /><Relationship Type="http://schemas.openxmlformats.org/officeDocument/2006/relationships/slideLayout" Target="/ppt/slideLayouts/slideLayout3.xml" Id="Rf2f27ad1cd7146bd" /><Relationship Type="http://schemas.openxmlformats.org/officeDocument/2006/relationships/slideLayout" Target="/ppt/slideLayouts/slideLayout4.xml" Id="Rba58c786cc5248a5" /><Relationship Type="http://schemas.openxmlformats.org/officeDocument/2006/relationships/slideLayout" Target="/ppt/slideLayouts/slideLayout5.xml" Id="Rbdf42a28ee2b4ecc" /><Relationship Type="http://schemas.openxmlformats.org/officeDocument/2006/relationships/slideLayout" Target="/ppt/slideLayouts/slideLayout6.xml" Id="R9bec646233284e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23919b46b443d2"/>
    <p:sldLayoutId xmlns:r="http://schemas.openxmlformats.org/officeDocument/2006/relationships" id="2147483650" r:id="Rd73efbba2a2d4964"/>
    <p:sldLayoutId xmlns:r="http://schemas.openxmlformats.org/officeDocument/2006/relationships" id="2147483651" r:id="Rf2f27ad1cd7146bd"/>
    <p:sldLayoutId xmlns:r="http://schemas.openxmlformats.org/officeDocument/2006/relationships" id="2147483652" r:id="Rba58c786cc5248a5"/>
    <p:sldLayoutId xmlns:r="http://schemas.openxmlformats.org/officeDocument/2006/relationships" id="2147483653" r:id="Rbdf42a28ee2b4ecc"/>
    <p:sldLayoutId xmlns:r="http://schemas.openxmlformats.org/officeDocument/2006/relationships" id="2147483654" r:id="R9bec646233284e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a1ce6fbd2b452f" /><Relationship Type="http://schemas.openxmlformats.org/officeDocument/2006/relationships/notesSlide" Target="/ppt/notesSlides/notesSlide1.xml" Id="R371a3b9d072f4c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6c0a687286848a6" /><Relationship Type="http://schemas.openxmlformats.org/officeDocument/2006/relationships/notesSlide" Target="/ppt/notesSlides/notesSlide2.xml" Id="R2644af0561ce45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2A68191-24F7-4084-9BF0-02994E84009C}"/>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263D"/>
                </a:solidFill>
                <a:latin typeface="Microsoft YaHei"/>
                <a:ea typeface="Microsoft YaHei"/>
                <a:cs typeface="Microsoft YaHei"/>
              </a:defRPr>
            </a:defPPr>
            <a:lvl1pPr>
              <a:defRPr sz="3225" b="1">
                <a:solidFill>
                  <a:srgbClr val="14263D"/>
                </a:solidFill>
                <a:latin typeface="Microsoft YaHei"/>
                <a:ea typeface="Microsoft YaHei"/>
                <a:cs typeface="Microsoft YaHei"/>
              </a:defRPr>
            </a:lvl1pPr>
            <a:lvl2pPr>
              <a:defRPr sz="3225" b="1">
                <a:solidFill>
                  <a:srgbClr val="14263D"/>
                </a:solidFill>
                <a:latin typeface="Microsoft YaHei"/>
                <a:ea typeface="Microsoft YaHei"/>
                <a:cs typeface="Microsoft YaHei"/>
              </a:defRPr>
            </a:lvl2pPr>
            <a:lvl3pPr>
              <a:defRPr sz="3225" b="1">
                <a:solidFill>
                  <a:srgbClr val="14263D"/>
                </a:solidFill>
                <a:latin typeface="Microsoft YaHei"/>
                <a:ea typeface="Microsoft YaHei"/>
                <a:cs typeface="Microsoft YaHei"/>
              </a:defRPr>
            </a:lvl3pPr>
            <a:lvl4pPr>
              <a:defRPr sz="3225" b="1">
                <a:solidFill>
                  <a:srgbClr val="14263D"/>
                </a:solidFill>
                <a:latin typeface="Microsoft YaHei"/>
                <a:ea typeface="Microsoft YaHei"/>
                <a:cs typeface="Microsoft YaHei"/>
              </a:defRPr>
            </a:lvl4pPr>
            <a:lvl5pPr>
              <a:defRPr sz="3225" b="1">
                <a:solidFill>
                  <a:srgbClr val="14263D"/>
                </a:solidFill>
                <a:latin typeface="Microsoft YaHei"/>
                <a:ea typeface="Microsoft YaHei"/>
                <a:cs typeface="Microsoft YaHei"/>
              </a:defRPr>
            </a:lvl5pPr>
            <a:lvl6pPr>
              <a:defRPr sz="3225" b="1">
                <a:solidFill>
                  <a:srgbClr val="14263D"/>
                </a:solidFill>
                <a:latin typeface="Microsoft YaHei"/>
                <a:ea typeface="Microsoft YaHei"/>
                <a:cs typeface="Microsoft YaHei"/>
              </a:defRPr>
            </a:lvl6pPr>
            <a:lvl7pPr>
              <a:defRPr sz="3225" b="1">
                <a:solidFill>
                  <a:srgbClr val="14263D"/>
                </a:solidFill>
                <a:latin typeface="Microsoft YaHei"/>
                <a:ea typeface="Microsoft YaHei"/>
                <a:cs typeface="Microsoft YaHei"/>
              </a:defRPr>
            </a:lvl7pPr>
            <a:lvl8pPr>
              <a:defRPr sz="3225" b="1">
                <a:solidFill>
                  <a:srgbClr val="14263D"/>
                </a:solidFill>
                <a:latin typeface="Microsoft YaHei"/>
                <a:ea typeface="Microsoft YaHei"/>
                <a:cs typeface="Microsoft YaHei"/>
              </a:defRPr>
            </a:lvl8pPr>
            <a:lvl9pPr>
              <a:defRPr sz="3225" b="1">
                <a:solidFill>
                  <a:srgbClr val="14263D"/>
                </a:solidFill>
                <a:latin typeface="Microsoft YaHei"/>
                <a:ea typeface="Microsoft YaHei"/>
                <a:cs typeface="Microsoft YaHei"/>
              </a:defRPr>
            </a:lvl9pPr>
          </a:lstStyle>
          <a:p xmlns:a="http://schemas.openxmlformats.org/drawingml/2006/main">
            <a:pPr>
              <a:defRPr sz="3225" b="1">
                <a:solidFill>
                  <a:srgbClr val="14263D"/>
                </a:solidFill>
                <a:latin typeface="Microsoft YaHei"/>
                <a:ea typeface="Microsoft YaHei"/>
                <a:cs typeface="Microsoft YaHei"/>
              </a:defRPr>
            </a:pPr>
            <a:r>
              <a:rPr sz="3225" b="1">
                <a:solidFill>
                  <a:srgbClr val="14263D"/>
                </a:solidFill>
                <a:latin typeface="Microsoft YaHei"/>
                <a:ea typeface="Microsoft YaHei"/>
                <a:cs typeface="Microsoft YaHei"/>
              </a:rPr>
              <a:t>Evaluation Architecture &amp; Interactions</a:t>
            </a:r>
          </a:p>
        </p:txBody>
      </p:sp>
      <p:sp>
        <p:nvSpPr>
          <p:cNvPr id="3" name="">
            <a:extLst xmlns:a="http://schemas.openxmlformats.org/drawingml/2006/main">
              <a:ext uri="{FF2B5EF4-FFF2-40B4-BE49-F238E27FC236}">
                <a16:creationId xmlns:a16="http://schemas.microsoft.com/office/drawing/2014/main" id="{55A529B3-9C8E-4C60-9C02-05099D00AD48}"/>
              </a:ext>
            </a:extLst>
          </p:cNvPr>
          <p:cNvSpPr>
            <a:spLocks xmlns:a="http://schemas.openxmlformats.org/drawingml/2006/main" noGrp="1"/>
          </p:cNvSpPr>
          <p:nvPr/>
        </p:nvSpPr>
        <p:spPr>
          <a:xfrm xmlns:a="http://schemas.openxmlformats.org/drawingml/2006/main">
            <a:off x="609600" y="11049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185"/>
                </a:solidFill>
                <a:latin typeface="Microsoft YaHei"/>
                <a:ea typeface="Microsoft YaHei"/>
                <a:cs typeface="Microsoft YaHei"/>
              </a:defRPr>
            </a:defPPr>
            <a:lvl1pPr>
              <a:defRPr sz="1725" b="0">
                <a:solidFill>
                  <a:srgbClr val="627185"/>
                </a:solidFill>
                <a:latin typeface="Microsoft YaHei"/>
                <a:ea typeface="Microsoft YaHei"/>
                <a:cs typeface="Microsoft YaHei"/>
              </a:defRPr>
            </a:lvl1pPr>
            <a:lvl2pPr>
              <a:defRPr sz="1725" b="0">
                <a:solidFill>
                  <a:srgbClr val="627185"/>
                </a:solidFill>
                <a:latin typeface="Microsoft YaHei"/>
                <a:ea typeface="Microsoft YaHei"/>
                <a:cs typeface="Microsoft YaHei"/>
              </a:defRPr>
            </a:lvl2pPr>
            <a:lvl3pPr>
              <a:defRPr sz="1725" b="0">
                <a:solidFill>
                  <a:srgbClr val="627185"/>
                </a:solidFill>
                <a:latin typeface="Microsoft YaHei"/>
                <a:ea typeface="Microsoft YaHei"/>
                <a:cs typeface="Microsoft YaHei"/>
              </a:defRPr>
            </a:lvl3pPr>
            <a:lvl4pPr>
              <a:defRPr sz="1725" b="0">
                <a:solidFill>
                  <a:srgbClr val="627185"/>
                </a:solidFill>
                <a:latin typeface="Microsoft YaHei"/>
                <a:ea typeface="Microsoft YaHei"/>
                <a:cs typeface="Microsoft YaHei"/>
              </a:defRPr>
            </a:lvl4pPr>
            <a:lvl5pPr>
              <a:defRPr sz="1725" b="0">
                <a:solidFill>
                  <a:srgbClr val="627185"/>
                </a:solidFill>
                <a:latin typeface="Microsoft YaHei"/>
                <a:ea typeface="Microsoft YaHei"/>
                <a:cs typeface="Microsoft YaHei"/>
              </a:defRPr>
            </a:lvl5pPr>
            <a:lvl6pPr>
              <a:defRPr sz="1725" b="0">
                <a:solidFill>
                  <a:srgbClr val="627185"/>
                </a:solidFill>
                <a:latin typeface="Microsoft YaHei"/>
                <a:ea typeface="Microsoft YaHei"/>
                <a:cs typeface="Microsoft YaHei"/>
              </a:defRPr>
            </a:lvl6pPr>
            <a:lvl7pPr>
              <a:defRPr sz="1725" b="0">
                <a:solidFill>
                  <a:srgbClr val="627185"/>
                </a:solidFill>
                <a:latin typeface="Microsoft YaHei"/>
                <a:ea typeface="Microsoft YaHei"/>
                <a:cs typeface="Microsoft YaHei"/>
              </a:defRPr>
            </a:lvl7pPr>
            <a:lvl8pPr>
              <a:defRPr sz="1725" b="0">
                <a:solidFill>
                  <a:srgbClr val="627185"/>
                </a:solidFill>
                <a:latin typeface="Microsoft YaHei"/>
                <a:ea typeface="Microsoft YaHei"/>
                <a:cs typeface="Microsoft YaHei"/>
              </a:defRPr>
            </a:lvl8pPr>
            <a:lvl9pPr>
              <a:defRPr sz="1725" b="0">
                <a:solidFill>
                  <a:srgbClr val="627185"/>
                </a:solidFill>
                <a:latin typeface="Microsoft YaHei"/>
                <a:ea typeface="Microsoft YaHei"/>
                <a:cs typeface="Microsoft YaHei"/>
              </a:defRPr>
            </a:lvl9pPr>
          </a:lstStyle>
          <a:p xmlns:a="http://schemas.openxmlformats.org/drawingml/2006/main">
            <a:pPr>
              <a:defRPr sz="1725" b="0">
                <a:solidFill>
                  <a:srgbClr val="627185"/>
                </a:solidFill>
                <a:latin typeface="Microsoft YaHei"/>
                <a:ea typeface="Microsoft YaHei"/>
                <a:cs typeface="Microsoft YaHei"/>
              </a:defRPr>
            </a:pPr>
            <a:r>
              <a:rPr sz="1725" b="0">
                <a:solidFill>
                  <a:srgbClr val="627185"/>
                </a:solidFill>
                <a:latin typeface="Microsoft YaHei"/>
                <a:ea typeface="Microsoft YaHei"/>
                <a:cs typeface="Microsoft YaHei"/>
              </a:rPr>
              <a:t>Runner loads configuration and datasets. Gateways handle model and Guardrail requests.</a:t>
            </a:r>
          </a:p>
        </p:txBody>
      </p:sp>
      <p:sp>
        <p:nvSpPr>
          <p:cNvPr id="4" name="">
            <a:extLst xmlns:a="http://schemas.openxmlformats.org/drawingml/2006/main">
              <a:ext uri="{FF2B5EF4-FFF2-40B4-BE49-F238E27FC236}">
                <a16:creationId xmlns:a16="http://schemas.microsoft.com/office/drawing/2014/main" id="{D8320E02-B8C4-4ECE-93E4-7286377647DC}"/>
              </a:ext>
            </a:extLst>
          </p:cNvPr>
          <p:cNvSpPr>
            <a:spLocks xmlns:a="http://schemas.openxmlformats.org/drawingml/2006/main" noGrp="1"/>
          </p:cNvSpPr>
          <p:nvPr/>
        </p:nvSpPr>
        <p:spPr>
          <a:xfrm xmlns:a="http://schemas.openxmlformats.org/drawingml/2006/main">
            <a:off x="609600" y="1714500"/>
            <a:ext cx="257175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96A1AF"/>
            </a:solidFill>
            <a:prstDash val="dash"/>
          </a:ln>
        </p:spPr>
      </p:sp>
      <p:sp>
        <p:nvSpPr>
          <p:cNvPr id="5" name="">
            <a:extLst xmlns:a="http://schemas.openxmlformats.org/drawingml/2006/main">
              <a:ext uri="{FF2B5EF4-FFF2-40B4-BE49-F238E27FC236}">
                <a16:creationId xmlns:a16="http://schemas.microsoft.com/office/drawing/2014/main" id="{E8646D91-ABB1-4B68-98E8-63C85A443725}"/>
              </a:ext>
            </a:extLst>
          </p:cNvPr>
          <p:cNvSpPr>
            <a:spLocks xmlns:a="http://schemas.openxmlformats.org/drawingml/2006/main" noGrp="1"/>
          </p:cNvSpPr>
          <p:nvPr/>
        </p:nvSpPr>
        <p:spPr>
          <a:xfrm xmlns:a="http://schemas.openxmlformats.org/drawingml/2006/main">
            <a:off x="762000" y="18097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96A1AF"/>
                </a:solidFill>
                <a:latin typeface="Microsoft YaHei"/>
                <a:ea typeface="Microsoft YaHei"/>
                <a:cs typeface="Microsoft YaHei"/>
              </a:defRPr>
            </a:defPPr>
            <a:lvl1pPr>
              <a:defRPr sz="1875" b="1">
                <a:solidFill>
                  <a:srgbClr val="96A1AF"/>
                </a:solidFill>
                <a:latin typeface="Microsoft YaHei"/>
                <a:ea typeface="Microsoft YaHei"/>
                <a:cs typeface="Microsoft YaHei"/>
              </a:defRPr>
            </a:lvl1pPr>
            <a:lvl2pPr>
              <a:defRPr sz="1875" b="1">
                <a:solidFill>
                  <a:srgbClr val="96A1AF"/>
                </a:solidFill>
                <a:latin typeface="Microsoft YaHei"/>
                <a:ea typeface="Microsoft YaHei"/>
                <a:cs typeface="Microsoft YaHei"/>
              </a:defRPr>
            </a:lvl2pPr>
            <a:lvl3pPr>
              <a:defRPr sz="1875" b="1">
                <a:solidFill>
                  <a:srgbClr val="96A1AF"/>
                </a:solidFill>
                <a:latin typeface="Microsoft YaHei"/>
                <a:ea typeface="Microsoft YaHei"/>
                <a:cs typeface="Microsoft YaHei"/>
              </a:defRPr>
            </a:lvl3pPr>
            <a:lvl4pPr>
              <a:defRPr sz="1875" b="1">
                <a:solidFill>
                  <a:srgbClr val="96A1AF"/>
                </a:solidFill>
                <a:latin typeface="Microsoft YaHei"/>
                <a:ea typeface="Microsoft YaHei"/>
                <a:cs typeface="Microsoft YaHei"/>
              </a:defRPr>
            </a:lvl4pPr>
            <a:lvl5pPr>
              <a:defRPr sz="1875" b="1">
                <a:solidFill>
                  <a:srgbClr val="96A1AF"/>
                </a:solidFill>
                <a:latin typeface="Microsoft YaHei"/>
                <a:ea typeface="Microsoft YaHei"/>
                <a:cs typeface="Microsoft YaHei"/>
              </a:defRPr>
            </a:lvl5pPr>
            <a:lvl6pPr>
              <a:defRPr sz="1875" b="1">
                <a:solidFill>
                  <a:srgbClr val="96A1AF"/>
                </a:solidFill>
                <a:latin typeface="Microsoft YaHei"/>
                <a:ea typeface="Microsoft YaHei"/>
                <a:cs typeface="Microsoft YaHei"/>
              </a:defRPr>
            </a:lvl6pPr>
            <a:lvl7pPr>
              <a:defRPr sz="1875" b="1">
                <a:solidFill>
                  <a:srgbClr val="96A1AF"/>
                </a:solidFill>
                <a:latin typeface="Microsoft YaHei"/>
                <a:ea typeface="Microsoft YaHei"/>
                <a:cs typeface="Microsoft YaHei"/>
              </a:defRPr>
            </a:lvl7pPr>
            <a:lvl8pPr>
              <a:defRPr sz="1875" b="1">
                <a:solidFill>
                  <a:srgbClr val="96A1AF"/>
                </a:solidFill>
                <a:latin typeface="Microsoft YaHei"/>
                <a:ea typeface="Microsoft YaHei"/>
                <a:cs typeface="Microsoft YaHei"/>
              </a:defRPr>
            </a:lvl8pPr>
            <a:lvl9pPr>
              <a:defRPr sz="1875" b="1">
                <a:solidFill>
                  <a:srgbClr val="96A1AF"/>
                </a:solidFill>
                <a:latin typeface="Microsoft YaHei"/>
                <a:ea typeface="Microsoft YaHei"/>
                <a:cs typeface="Microsoft YaHei"/>
              </a:defRPr>
            </a:lvl9pPr>
          </a:lstStyle>
          <a:p xmlns:a="http://schemas.openxmlformats.org/drawingml/2006/main">
            <a:pPr>
              <a:defRPr sz="1875" b="1">
                <a:solidFill>
                  <a:srgbClr val="96A1AF"/>
                </a:solidFill>
                <a:latin typeface="Microsoft YaHei"/>
                <a:ea typeface="Microsoft YaHei"/>
                <a:cs typeface="Microsoft YaHei"/>
              </a:defRPr>
            </a:pPr>
            <a:r>
              <a:rPr sz="1875" b="1">
                <a:solidFill>
                  <a:srgbClr val="96A1AF"/>
                </a:solidFill>
                <a:latin typeface="Microsoft YaHei"/>
                <a:ea typeface="Microsoft YaHei"/>
                <a:cs typeface="Microsoft YaHei"/>
              </a:rPr>
              <a:t>UI</a:t>
            </a:r>
          </a:p>
        </p:txBody>
      </p:sp>
      <p:sp>
        <p:nvSpPr>
          <p:cNvPr id="6" name="">
            <a:extLst xmlns:a="http://schemas.openxmlformats.org/drawingml/2006/main">
              <a:ext uri="{FF2B5EF4-FFF2-40B4-BE49-F238E27FC236}">
                <a16:creationId xmlns:a16="http://schemas.microsoft.com/office/drawing/2014/main" id="{21DA962B-EBE4-4B93-A1EA-B6BF183D9A0D}"/>
              </a:ext>
            </a:extLst>
          </p:cNvPr>
          <p:cNvSpPr>
            <a:spLocks xmlns:a="http://schemas.openxmlformats.org/drawingml/2006/main" noGrp="1"/>
          </p:cNvSpPr>
          <p:nvPr/>
        </p:nvSpPr>
        <p:spPr>
          <a:xfrm xmlns:a="http://schemas.openxmlformats.org/drawingml/2006/main">
            <a:off x="762000" y="218122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7185"/>
                </a:solidFill>
                <a:latin typeface="Microsoft YaHei"/>
                <a:ea typeface="Microsoft YaHei"/>
                <a:cs typeface="Microsoft YaHei"/>
              </a:defRPr>
            </a:defPPr>
            <a:lvl1pPr>
              <a:defRPr sz="1350" b="0">
                <a:solidFill>
                  <a:srgbClr val="627185"/>
                </a:solidFill>
                <a:latin typeface="Microsoft YaHei"/>
                <a:ea typeface="Microsoft YaHei"/>
                <a:cs typeface="Microsoft YaHei"/>
              </a:defRPr>
            </a:lvl1pPr>
            <a:lvl2pPr>
              <a:defRPr sz="1350" b="0">
                <a:solidFill>
                  <a:srgbClr val="627185"/>
                </a:solidFill>
                <a:latin typeface="Microsoft YaHei"/>
                <a:ea typeface="Microsoft YaHei"/>
                <a:cs typeface="Microsoft YaHei"/>
              </a:defRPr>
            </a:lvl2pPr>
            <a:lvl3pPr>
              <a:defRPr sz="1350" b="0">
                <a:solidFill>
                  <a:srgbClr val="627185"/>
                </a:solidFill>
                <a:latin typeface="Microsoft YaHei"/>
                <a:ea typeface="Microsoft YaHei"/>
                <a:cs typeface="Microsoft YaHei"/>
              </a:defRPr>
            </a:lvl3pPr>
            <a:lvl4pPr>
              <a:defRPr sz="1350" b="0">
                <a:solidFill>
                  <a:srgbClr val="627185"/>
                </a:solidFill>
                <a:latin typeface="Microsoft YaHei"/>
                <a:ea typeface="Microsoft YaHei"/>
                <a:cs typeface="Microsoft YaHei"/>
              </a:defRPr>
            </a:lvl4pPr>
            <a:lvl5pPr>
              <a:defRPr sz="1350" b="0">
                <a:solidFill>
                  <a:srgbClr val="627185"/>
                </a:solidFill>
                <a:latin typeface="Microsoft YaHei"/>
                <a:ea typeface="Microsoft YaHei"/>
                <a:cs typeface="Microsoft YaHei"/>
              </a:defRPr>
            </a:lvl5pPr>
            <a:lvl6pPr>
              <a:defRPr sz="1350" b="0">
                <a:solidFill>
                  <a:srgbClr val="627185"/>
                </a:solidFill>
                <a:latin typeface="Microsoft YaHei"/>
                <a:ea typeface="Microsoft YaHei"/>
                <a:cs typeface="Microsoft YaHei"/>
              </a:defRPr>
            </a:lvl6pPr>
            <a:lvl7pPr>
              <a:defRPr sz="1350" b="0">
                <a:solidFill>
                  <a:srgbClr val="627185"/>
                </a:solidFill>
                <a:latin typeface="Microsoft YaHei"/>
                <a:ea typeface="Microsoft YaHei"/>
                <a:cs typeface="Microsoft YaHei"/>
              </a:defRPr>
            </a:lvl7pPr>
            <a:lvl8pPr>
              <a:defRPr sz="1350" b="0">
                <a:solidFill>
                  <a:srgbClr val="627185"/>
                </a:solidFill>
                <a:latin typeface="Microsoft YaHei"/>
                <a:ea typeface="Microsoft YaHei"/>
                <a:cs typeface="Microsoft YaHei"/>
              </a:defRPr>
            </a:lvl8pPr>
            <a:lvl9pPr>
              <a:defRPr sz="1350" b="0">
                <a:solidFill>
                  <a:srgbClr val="627185"/>
                </a:solidFill>
                <a:latin typeface="Microsoft YaHei"/>
                <a:ea typeface="Microsoft YaHei"/>
                <a:cs typeface="Microsoft YaHei"/>
              </a:defRPr>
            </a:lvl9pPr>
          </a:lstStyle>
          <a:p xmlns:a="http://schemas.openxmlformats.org/drawingml/2006/main">
            <a:pPr>
              <a:defRPr sz="1350" b="0">
                <a:solidFill>
                  <a:srgbClr val="627185"/>
                </a:solidFill>
                <a:latin typeface="Microsoft YaHei"/>
                <a:ea typeface="Microsoft YaHei"/>
                <a:cs typeface="Microsoft YaHei"/>
              </a:defRPr>
            </a:pPr>
            <a:r>
              <a:rPr sz="1350" b="0">
                <a:solidFill>
                  <a:srgbClr val="627185"/>
                </a:solidFill>
                <a:latin typeface="Microsoft YaHei"/>
                <a:ea typeface="Microsoft YaHei"/>
                <a:cs typeface="Microsoft YaHei"/>
              </a:rPr>
              <a:t>Trigger integration pending</a:t>
            </a:r>
          </a:p>
        </p:txBody>
      </p:sp>
      <p:sp>
        <p:nvSpPr>
          <p:cNvPr id="7" name="">
            <a:extLst xmlns:a="http://schemas.openxmlformats.org/drawingml/2006/main">
              <a:ext uri="{FF2B5EF4-FFF2-40B4-BE49-F238E27FC236}">
                <a16:creationId xmlns:a16="http://schemas.microsoft.com/office/drawing/2014/main" id="{4CA51317-F8BF-43DF-BB9C-23421325C542}"/>
              </a:ext>
            </a:extLst>
          </p:cNvPr>
          <p:cNvSpPr>
            <a:spLocks xmlns:a="http://schemas.openxmlformats.org/drawingml/2006/main" noGrp="1"/>
          </p:cNvSpPr>
          <p:nvPr/>
        </p:nvSpPr>
        <p:spPr>
          <a:xfrm xmlns:a="http://schemas.openxmlformats.org/drawingml/2006/main">
            <a:off x="4381500" y="1714500"/>
            <a:ext cx="3429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315FBB"/>
            </a:solidFill>
            <a:prstDash val="solid"/>
          </a:ln>
        </p:spPr>
      </p:sp>
      <p:sp>
        <p:nvSpPr>
          <p:cNvPr id="8" name="">
            <a:extLst xmlns:a="http://schemas.openxmlformats.org/drawingml/2006/main">
              <a:ext uri="{FF2B5EF4-FFF2-40B4-BE49-F238E27FC236}">
                <a16:creationId xmlns:a16="http://schemas.microsoft.com/office/drawing/2014/main" id="{695BFE0E-4F34-4928-85C0-6D0EC5EA9039}"/>
              </a:ext>
            </a:extLst>
          </p:cNvPr>
          <p:cNvSpPr>
            <a:spLocks xmlns:a="http://schemas.openxmlformats.org/drawingml/2006/main" noGrp="1"/>
          </p:cNvSpPr>
          <p:nvPr/>
        </p:nvSpPr>
        <p:spPr>
          <a:xfrm xmlns:a="http://schemas.openxmlformats.org/drawingml/2006/main">
            <a:off x="4533900" y="1809750"/>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315FBB"/>
                </a:solidFill>
                <a:latin typeface="Microsoft YaHei"/>
                <a:ea typeface="Microsoft YaHei"/>
                <a:cs typeface="Microsoft YaHei"/>
              </a:defRPr>
            </a:defPPr>
            <a:lvl1pPr>
              <a:defRPr sz="1875" b="1">
                <a:solidFill>
                  <a:srgbClr val="315FBB"/>
                </a:solidFill>
                <a:latin typeface="Microsoft YaHei"/>
                <a:ea typeface="Microsoft YaHei"/>
                <a:cs typeface="Microsoft YaHei"/>
              </a:defRPr>
            </a:lvl1pPr>
            <a:lvl2pPr>
              <a:defRPr sz="1875" b="1">
                <a:solidFill>
                  <a:srgbClr val="315FBB"/>
                </a:solidFill>
                <a:latin typeface="Microsoft YaHei"/>
                <a:ea typeface="Microsoft YaHei"/>
                <a:cs typeface="Microsoft YaHei"/>
              </a:defRPr>
            </a:lvl2pPr>
            <a:lvl3pPr>
              <a:defRPr sz="1875" b="1">
                <a:solidFill>
                  <a:srgbClr val="315FBB"/>
                </a:solidFill>
                <a:latin typeface="Microsoft YaHei"/>
                <a:ea typeface="Microsoft YaHei"/>
                <a:cs typeface="Microsoft YaHei"/>
              </a:defRPr>
            </a:lvl3pPr>
            <a:lvl4pPr>
              <a:defRPr sz="1875" b="1">
                <a:solidFill>
                  <a:srgbClr val="315FBB"/>
                </a:solidFill>
                <a:latin typeface="Microsoft YaHei"/>
                <a:ea typeface="Microsoft YaHei"/>
                <a:cs typeface="Microsoft YaHei"/>
              </a:defRPr>
            </a:lvl4pPr>
            <a:lvl5pPr>
              <a:defRPr sz="1875" b="1">
                <a:solidFill>
                  <a:srgbClr val="315FBB"/>
                </a:solidFill>
                <a:latin typeface="Microsoft YaHei"/>
                <a:ea typeface="Microsoft YaHei"/>
                <a:cs typeface="Microsoft YaHei"/>
              </a:defRPr>
            </a:lvl5pPr>
            <a:lvl6pPr>
              <a:defRPr sz="1875" b="1">
                <a:solidFill>
                  <a:srgbClr val="315FBB"/>
                </a:solidFill>
                <a:latin typeface="Microsoft YaHei"/>
                <a:ea typeface="Microsoft YaHei"/>
                <a:cs typeface="Microsoft YaHei"/>
              </a:defRPr>
            </a:lvl6pPr>
            <a:lvl7pPr>
              <a:defRPr sz="1875" b="1">
                <a:solidFill>
                  <a:srgbClr val="315FBB"/>
                </a:solidFill>
                <a:latin typeface="Microsoft YaHei"/>
                <a:ea typeface="Microsoft YaHei"/>
                <a:cs typeface="Microsoft YaHei"/>
              </a:defRPr>
            </a:lvl7pPr>
            <a:lvl8pPr>
              <a:defRPr sz="1875" b="1">
                <a:solidFill>
                  <a:srgbClr val="315FBB"/>
                </a:solidFill>
                <a:latin typeface="Microsoft YaHei"/>
                <a:ea typeface="Microsoft YaHei"/>
                <a:cs typeface="Microsoft YaHei"/>
              </a:defRPr>
            </a:lvl8pPr>
            <a:lvl9pPr>
              <a:defRPr sz="1875" b="1">
                <a:solidFill>
                  <a:srgbClr val="315FBB"/>
                </a:solidFill>
                <a:latin typeface="Microsoft YaHei"/>
                <a:ea typeface="Microsoft YaHei"/>
                <a:cs typeface="Microsoft YaHei"/>
              </a:defRPr>
            </a:lvl9pPr>
          </a:lstStyle>
          <a:p xmlns:a="http://schemas.openxmlformats.org/drawingml/2006/main">
            <a:pPr>
              <a:defRPr sz="1875" b="1">
                <a:solidFill>
                  <a:srgbClr val="315FBB"/>
                </a:solidFill>
                <a:latin typeface="Microsoft YaHei"/>
                <a:ea typeface="Microsoft YaHei"/>
                <a:cs typeface="Microsoft YaHei"/>
              </a:defRPr>
            </a:pPr>
            <a:r>
              <a:rPr sz="1875" b="1">
                <a:solidFill>
                  <a:srgbClr val="315FBB"/>
                </a:solidFill>
                <a:latin typeface="Microsoft YaHei"/>
                <a:ea typeface="Microsoft YaHei"/>
                <a:cs typeface="Microsoft YaHei"/>
              </a:rPr>
              <a:t>Evaluation</a:t>
            </a:r>
          </a:p>
        </p:txBody>
      </p:sp>
      <p:sp>
        <p:nvSpPr>
          <p:cNvPr id="9" name="">
            <a:extLst xmlns:a="http://schemas.openxmlformats.org/drawingml/2006/main">
              <a:ext uri="{FF2B5EF4-FFF2-40B4-BE49-F238E27FC236}">
                <a16:creationId xmlns:a16="http://schemas.microsoft.com/office/drawing/2014/main" id="{E8569DD1-11A3-4DCF-B41F-02C827B9B2CE}"/>
              </a:ext>
            </a:extLst>
          </p:cNvPr>
          <p:cNvSpPr>
            <a:spLocks xmlns:a="http://schemas.openxmlformats.org/drawingml/2006/main" noGrp="1"/>
          </p:cNvSpPr>
          <p:nvPr/>
        </p:nvSpPr>
        <p:spPr>
          <a:xfrm xmlns:a="http://schemas.openxmlformats.org/drawingml/2006/main">
            <a:off x="4533900" y="2181225"/>
            <a:ext cx="312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7185"/>
                </a:solidFill>
                <a:latin typeface="Microsoft YaHei"/>
                <a:ea typeface="Microsoft YaHei"/>
                <a:cs typeface="Microsoft YaHei"/>
              </a:defRPr>
            </a:defPPr>
            <a:lvl1pPr>
              <a:defRPr sz="1350" b="0">
                <a:solidFill>
                  <a:srgbClr val="627185"/>
                </a:solidFill>
                <a:latin typeface="Microsoft YaHei"/>
                <a:ea typeface="Microsoft YaHei"/>
                <a:cs typeface="Microsoft YaHei"/>
              </a:defRPr>
            </a:lvl1pPr>
            <a:lvl2pPr>
              <a:defRPr sz="1350" b="0">
                <a:solidFill>
                  <a:srgbClr val="627185"/>
                </a:solidFill>
                <a:latin typeface="Microsoft YaHei"/>
                <a:ea typeface="Microsoft YaHei"/>
                <a:cs typeface="Microsoft YaHei"/>
              </a:defRPr>
            </a:lvl2pPr>
            <a:lvl3pPr>
              <a:defRPr sz="1350" b="0">
                <a:solidFill>
                  <a:srgbClr val="627185"/>
                </a:solidFill>
                <a:latin typeface="Microsoft YaHei"/>
                <a:ea typeface="Microsoft YaHei"/>
                <a:cs typeface="Microsoft YaHei"/>
              </a:defRPr>
            </a:lvl3pPr>
            <a:lvl4pPr>
              <a:defRPr sz="1350" b="0">
                <a:solidFill>
                  <a:srgbClr val="627185"/>
                </a:solidFill>
                <a:latin typeface="Microsoft YaHei"/>
                <a:ea typeface="Microsoft YaHei"/>
                <a:cs typeface="Microsoft YaHei"/>
              </a:defRPr>
            </a:lvl4pPr>
            <a:lvl5pPr>
              <a:defRPr sz="1350" b="0">
                <a:solidFill>
                  <a:srgbClr val="627185"/>
                </a:solidFill>
                <a:latin typeface="Microsoft YaHei"/>
                <a:ea typeface="Microsoft YaHei"/>
                <a:cs typeface="Microsoft YaHei"/>
              </a:defRPr>
            </a:lvl5pPr>
            <a:lvl6pPr>
              <a:defRPr sz="1350" b="0">
                <a:solidFill>
                  <a:srgbClr val="627185"/>
                </a:solidFill>
                <a:latin typeface="Microsoft YaHei"/>
                <a:ea typeface="Microsoft YaHei"/>
                <a:cs typeface="Microsoft YaHei"/>
              </a:defRPr>
            </a:lvl6pPr>
            <a:lvl7pPr>
              <a:defRPr sz="1350" b="0">
                <a:solidFill>
                  <a:srgbClr val="627185"/>
                </a:solidFill>
                <a:latin typeface="Microsoft YaHei"/>
                <a:ea typeface="Microsoft YaHei"/>
                <a:cs typeface="Microsoft YaHei"/>
              </a:defRPr>
            </a:lvl7pPr>
            <a:lvl8pPr>
              <a:defRPr sz="1350" b="0">
                <a:solidFill>
                  <a:srgbClr val="627185"/>
                </a:solidFill>
                <a:latin typeface="Microsoft YaHei"/>
                <a:ea typeface="Microsoft YaHei"/>
                <a:cs typeface="Microsoft YaHei"/>
              </a:defRPr>
            </a:lvl8pPr>
            <a:lvl9pPr>
              <a:defRPr sz="1350" b="0">
                <a:solidFill>
                  <a:srgbClr val="627185"/>
                </a:solidFill>
                <a:latin typeface="Microsoft YaHei"/>
                <a:ea typeface="Microsoft YaHei"/>
                <a:cs typeface="Microsoft YaHei"/>
              </a:defRPr>
            </a:lvl9pPr>
          </a:lstStyle>
          <a:p xmlns:a="http://schemas.openxmlformats.org/drawingml/2006/main">
            <a:pPr>
              <a:defRPr sz="1350" b="0">
                <a:solidFill>
                  <a:srgbClr val="627185"/>
                </a:solidFill>
                <a:latin typeface="Microsoft YaHei"/>
                <a:ea typeface="Microsoft YaHei"/>
                <a:cs typeface="Microsoft YaHei"/>
              </a:defRPr>
            </a:pPr>
            <a:r>
              <a:rPr sz="1350" b="0">
                <a:solidFill>
                  <a:srgbClr val="627185"/>
                </a:solidFill>
                <a:latin typeface="Microsoft YaHei"/>
                <a:ea typeface="Microsoft YaHei"/>
                <a:cs typeface="Microsoft YaHei"/>
              </a:rPr>
              <a:t>Run settings and model registry</a:t>
            </a:r>
          </a:p>
        </p:txBody>
      </p:sp>
      <p:sp>
        <p:nvSpPr>
          <p:cNvPr id="10" name="">
            <a:extLst xmlns:a="http://schemas.openxmlformats.org/drawingml/2006/main">
              <a:ext uri="{FF2B5EF4-FFF2-40B4-BE49-F238E27FC236}">
                <a16:creationId xmlns:a16="http://schemas.microsoft.com/office/drawing/2014/main" id="{182BEDF4-5D7A-4112-8B70-5259540A43C1}"/>
              </a:ext>
            </a:extLst>
          </p:cNvPr>
          <p:cNvSpPr>
            <a:spLocks xmlns:a="http://schemas.openxmlformats.org/drawingml/2006/main" noGrp="1"/>
          </p:cNvSpPr>
          <p:nvPr/>
        </p:nvSpPr>
        <p:spPr>
          <a:xfrm xmlns:a="http://schemas.openxmlformats.org/drawingml/2006/main">
            <a:off x="609600" y="3048000"/>
            <a:ext cx="11010900" cy="1809750"/>
          </a:xfrm>
          <a:prstGeom xmlns:a="http://schemas.openxmlformats.org/drawingml/2006/main" prst="rect">
            <a:avLst/>
          </a:prstGeom>
          <a:noFill xmlns:a="http://schemas.openxmlformats.org/drawingml/2006/main"/>
          <a:ln xmlns:a="http://schemas.openxmlformats.org/drawingml/2006/main" w="14288">
            <a:solidFill>
              <a:srgbClr val="96A1AF"/>
            </a:solidFill>
            <a:prstDash val="dash"/>
          </a:ln>
        </p:spPr>
      </p:sp>
      <p:sp>
        <p:nvSpPr>
          <p:cNvPr id="11" name="">
            <a:extLst xmlns:a="http://schemas.openxmlformats.org/drawingml/2006/main">
              <a:ext uri="{FF2B5EF4-FFF2-40B4-BE49-F238E27FC236}">
                <a16:creationId xmlns:a16="http://schemas.microsoft.com/office/drawing/2014/main" id="{ED1EB71A-6D00-415A-97F1-B9194EB12946}"/>
              </a:ext>
            </a:extLst>
          </p:cNvPr>
          <p:cNvSpPr>
            <a:spLocks xmlns:a="http://schemas.openxmlformats.org/drawingml/2006/main" noGrp="1"/>
          </p:cNvSpPr>
          <p:nvPr/>
        </p:nvSpPr>
        <p:spPr>
          <a:xfrm xmlns:a="http://schemas.openxmlformats.org/drawingml/2006/main">
            <a:off x="800100" y="31908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63D"/>
                </a:solidFill>
                <a:latin typeface="Microsoft YaHei"/>
                <a:ea typeface="Microsoft YaHei"/>
                <a:cs typeface="Microsoft YaHei"/>
              </a:defRPr>
            </a:defPPr>
            <a:lvl1pPr>
              <a:defRPr sz="2025" b="1">
                <a:solidFill>
                  <a:srgbClr val="14263D"/>
                </a:solidFill>
                <a:latin typeface="Microsoft YaHei"/>
                <a:ea typeface="Microsoft YaHei"/>
                <a:cs typeface="Microsoft YaHei"/>
              </a:defRPr>
            </a:lvl1pPr>
            <a:lvl2pPr>
              <a:defRPr sz="2025" b="1">
                <a:solidFill>
                  <a:srgbClr val="14263D"/>
                </a:solidFill>
                <a:latin typeface="Microsoft YaHei"/>
                <a:ea typeface="Microsoft YaHei"/>
                <a:cs typeface="Microsoft YaHei"/>
              </a:defRPr>
            </a:lvl2pPr>
            <a:lvl3pPr>
              <a:defRPr sz="2025" b="1">
                <a:solidFill>
                  <a:srgbClr val="14263D"/>
                </a:solidFill>
                <a:latin typeface="Microsoft YaHei"/>
                <a:ea typeface="Microsoft YaHei"/>
                <a:cs typeface="Microsoft YaHei"/>
              </a:defRPr>
            </a:lvl3pPr>
            <a:lvl4pPr>
              <a:defRPr sz="2025" b="1">
                <a:solidFill>
                  <a:srgbClr val="14263D"/>
                </a:solidFill>
                <a:latin typeface="Microsoft YaHei"/>
                <a:ea typeface="Microsoft YaHei"/>
                <a:cs typeface="Microsoft YaHei"/>
              </a:defRPr>
            </a:lvl4pPr>
            <a:lvl5pPr>
              <a:defRPr sz="2025" b="1">
                <a:solidFill>
                  <a:srgbClr val="14263D"/>
                </a:solidFill>
                <a:latin typeface="Microsoft YaHei"/>
                <a:ea typeface="Microsoft YaHei"/>
                <a:cs typeface="Microsoft YaHei"/>
              </a:defRPr>
            </a:lvl5pPr>
            <a:lvl6pPr>
              <a:defRPr sz="2025" b="1">
                <a:solidFill>
                  <a:srgbClr val="14263D"/>
                </a:solidFill>
                <a:latin typeface="Microsoft YaHei"/>
                <a:ea typeface="Microsoft YaHei"/>
                <a:cs typeface="Microsoft YaHei"/>
              </a:defRPr>
            </a:lvl6pPr>
            <a:lvl7pPr>
              <a:defRPr sz="2025" b="1">
                <a:solidFill>
                  <a:srgbClr val="14263D"/>
                </a:solidFill>
                <a:latin typeface="Microsoft YaHei"/>
                <a:ea typeface="Microsoft YaHei"/>
                <a:cs typeface="Microsoft YaHei"/>
              </a:defRPr>
            </a:lvl7pPr>
            <a:lvl8pPr>
              <a:defRPr sz="2025" b="1">
                <a:solidFill>
                  <a:srgbClr val="14263D"/>
                </a:solidFill>
                <a:latin typeface="Microsoft YaHei"/>
                <a:ea typeface="Microsoft YaHei"/>
                <a:cs typeface="Microsoft YaHei"/>
              </a:defRPr>
            </a:lvl8pPr>
            <a:lvl9pPr>
              <a:defRPr sz="2025" b="1">
                <a:solidFill>
                  <a:srgbClr val="14263D"/>
                </a:solidFill>
                <a:latin typeface="Microsoft YaHei"/>
                <a:ea typeface="Microsoft YaHei"/>
                <a:cs typeface="Microsoft YaHei"/>
              </a:defRPr>
            </a:lvl9pPr>
          </a:lstStyle>
          <a:p xmlns:a="http://schemas.openxmlformats.org/drawingml/2006/main">
            <a:pPr>
              <a:defRPr sz="2025" b="1">
                <a:solidFill>
                  <a:srgbClr val="14263D"/>
                </a:solidFill>
                <a:latin typeface="Microsoft YaHei"/>
                <a:ea typeface="Microsoft YaHei"/>
                <a:cs typeface="Microsoft YaHei"/>
              </a:defRPr>
            </a:pPr>
            <a:r>
              <a:rPr sz="2025" b="1">
                <a:solidFill>
                  <a:srgbClr val="14263D"/>
                </a:solidFill>
                <a:latin typeface="Microsoft YaHei"/>
                <a:ea typeface="Microsoft YaHei"/>
                <a:cs typeface="Microsoft YaHei"/>
              </a:rPr>
              <a:t>OpenShell / Runtime</a:t>
            </a:r>
          </a:p>
        </p:txBody>
      </p:sp>
      <p:sp>
        <p:nvSpPr>
          <p:cNvPr id="12" name="">
            <a:extLst xmlns:a="http://schemas.openxmlformats.org/drawingml/2006/main">
              <a:ext uri="{FF2B5EF4-FFF2-40B4-BE49-F238E27FC236}">
                <a16:creationId xmlns:a16="http://schemas.microsoft.com/office/drawing/2014/main" id="{9FD8282A-4154-4DA6-957A-03A4A92A1487}"/>
              </a:ext>
            </a:extLst>
          </p:cNvPr>
          <p:cNvSpPr>
            <a:spLocks xmlns:a="http://schemas.openxmlformats.org/drawingml/2006/main" noGrp="1"/>
          </p:cNvSpPr>
          <p:nvPr/>
        </p:nvSpPr>
        <p:spPr>
          <a:xfrm xmlns:a="http://schemas.openxmlformats.org/drawingml/2006/main">
            <a:off x="3810000" y="3286125"/>
            <a:ext cx="495300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315FBB"/>
            </a:solidFill>
            <a:prstDash val="solid"/>
          </a:ln>
        </p:spPr>
      </p:sp>
      <p:sp>
        <p:nvSpPr>
          <p:cNvPr id="13" name="">
            <a:extLst xmlns:a="http://schemas.openxmlformats.org/drawingml/2006/main">
              <a:ext uri="{FF2B5EF4-FFF2-40B4-BE49-F238E27FC236}">
                <a16:creationId xmlns:a16="http://schemas.microsoft.com/office/drawing/2014/main" id="{975AF55C-4B7D-4294-8DF7-9489ABD93087}"/>
              </a:ext>
            </a:extLst>
          </p:cNvPr>
          <p:cNvSpPr>
            <a:spLocks xmlns:a="http://schemas.openxmlformats.org/drawingml/2006/main" noGrp="1"/>
          </p:cNvSpPr>
          <p:nvPr/>
        </p:nvSpPr>
        <p:spPr>
          <a:xfrm xmlns:a="http://schemas.openxmlformats.org/drawingml/2006/main">
            <a:off x="3962400" y="34004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315FBB"/>
                </a:solidFill>
                <a:latin typeface="Microsoft YaHei"/>
                <a:ea typeface="Microsoft YaHei"/>
                <a:cs typeface="Microsoft YaHei"/>
              </a:defRPr>
            </a:defPPr>
            <a:lvl1pPr>
              <a:defRPr sz="1875" b="1">
                <a:solidFill>
                  <a:srgbClr val="315FBB"/>
                </a:solidFill>
                <a:latin typeface="Microsoft YaHei"/>
                <a:ea typeface="Microsoft YaHei"/>
                <a:cs typeface="Microsoft YaHei"/>
              </a:defRPr>
            </a:lvl1pPr>
            <a:lvl2pPr>
              <a:defRPr sz="1875" b="1">
                <a:solidFill>
                  <a:srgbClr val="315FBB"/>
                </a:solidFill>
                <a:latin typeface="Microsoft YaHei"/>
                <a:ea typeface="Microsoft YaHei"/>
                <a:cs typeface="Microsoft YaHei"/>
              </a:defRPr>
            </a:lvl2pPr>
            <a:lvl3pPr>
              <a:defRPr sz="1875" b="1">
                <a:solidFill>
                  <a:srgbClr val="315FBB"/>
                </a:solidFill>
                <a:latin typeface="Microsoft YaHei"/>
                <a:ea typeface="Microsoft YaHei"/>
                <a:cs typeface="Microsoft YaHei"/>
              </a:defRPr>
            </a:lvl3pPr>
            <a:lvl4pPr>
              <a:defRPr sz="1875" b="1">
                <a:solidFill>
                  <a:srgbClr val="315FBB"/>
                </a:solidFill>
                <a:latin typeface="Microsoft YaHei"/>
                <a:ea typeface="Microsoft YaHei"/>
                <a:cs typeface="Microsoft YaHei"/>
              </a:defRPr>
            </a:lvl4pPr>
            <a:lvl5pPr>
              <a:defRPr sz="1875" b="1">
                <a:solidFill>
                  <a:srgbClr val="315FBB"/>
                </a:solidFill>
                <a:latin typeface="Microsoft YaHei"/>
                <a:ea typeface="Microsoft YaHei"/>
                <a:cs typeface="Microsoft YaHei"/>
              </a:defRPr>
            </a:lvl5pPr>
            <a:lvl6pPr>
              <a:defRPr sz="1875" b="1">
                <a:solidFill>
                  <a:srgbClr val="315FBB"/>
                </a:solidFill>
                <a:latin typeface="Microsoft YaHei"/>
                <a:ea typeface="Microsoft YaHei"/>
                <a:cs typeface="Microsoft YaHei"/>
              </a:defRPr>
            </a:lvl6pPr>
            <a:lvl7pPr>
              <a:defRPr sz="1875" b="1">
                <a:solidFill>
                  <a:srgbClr val="315FBB"/>
                </a:solidFill>
                <a:latin typeface="Microsoft YaHei"/>
                <a:ea typeface="Microsoft YaHei"/>
                <a:cs typeface="Microsoft YaHei"/>
              </a:defRPr>
            </a:lvl7pPr>
            <a:lvl8pPr>
              <a:defRPr sz="1875" b="1">
                <a:solidFill>
                  <a:srgbClr val="315FBB"/>
                </a:solidFill>
                <a:latin typeface="Microsoft YaHei"/>
                <a:ea typeface="Microsoft YaHei"/>
                <a:cs typeface="Microsoft YaHei"/>
              </a:defRPr>
            </a:lvl8pPr>
            <a:lvl9pPr>
              <a:defRPr sz="1875" b="1">
                <a:solidFill>
                  <a:srgbClr val="315FBB"/>
                </a:solidFill>
                <a:latin typeface="Microsoft YaHei"/>
                <a:ea typeface="Microsoft YaHei"/>
                <a:cs typeface="Microsoft YaHei"/>
              </a:defRPr>
            </a:lvl9pPr>
          </a:lstStyle>
          <a:p xmlns:a="http://schemas.openxmlformats.org/drawingml/2006/main">
            <a:pPr>
              <a:defRPr sz="1875" b="1">
                <a:solidFill>
                  <a:srgbClr val="315FBB"/>
                </a:solidFill>
                <a:latin typeface="Microsoft YaHei"/>
                <a:ea typeface="Microsoft YaHei"/>
                <a:cs typeface="Microsoft YaHei"/>
              </a:defRPr>
            </a:pPr>
            <a:r>
              <a:rPr sz="1875" b="1">
                <a:solidFill>
                  <a:srgbClr val="315FBB"/>
                </a:solidFill>
                <a:latin typeface="Microsoft YaHei"/>
                <a:ea typeface="Microsoft YaHei"/>
                <a:cs typeface="Microsoft YaHei"/>
              </a:rPr>
              <a:t>Evaluation Runner</a:t>
            </a:r>
          </a:p>
        </p:txBody>
      </p:sp>
      <p:sp>
        <p:nvSpPr>
          <p:cNvPr id="14" name="">
            <a:extLst xmlns:a="http://schemas.openxmlformats.org/drawingml/2006/main">
              <a:ext uri="{FF2B5EF4-FFF2-40B4-BE49-F238E27FC236}">
                <a16:creationId xmlns:a16="http://schemas.microsoft.com/office/drawing/2014/main" id="{B399D4C0-AAD8-41CB-9FE5-6249695A31F2}"/>
              </a:ext>
            </a:extLst>
          </p:cNvPr>
          <p:cNvSpPr>
            <a:spLocks xmlns:a="http://schemas.openxmlformats.org/drawingml/2006/main" noGrp="1"/>
          </p:cNvSpPr>
          <p:nvPr/>
        </p:nvSpPr>
        <p:spPr>
          <a:xfrm xmlns:a="http://schemas.openxmlformats.org/drawingml/2006/main">
            <a:off x="3962400" y="3943350"/>
            <a:ext cx="176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7185"/>
                </a:solidFill>
                <a:latin typeface="Microsoft YaHei"/>
                <a:ea typeface="Microsoft YaHei"/>
                <a:cs typeface="Microsoft YaHei"/>
              </a:defRPr>
            </a:defPPr>
            <a:lvl1pPr>
              <a:defRPr sz="1350" b="0">
                <a:solidFill>
                  <a:srgbClr val="627185"/>
                </a:solidFill>
                <a:latin typeface="Microsoft YaHei"/>
                <a:ea typeface="Microsoft YaHei"/>
                <a:cs typeface="Microsoft YaHei"/>
              </a:defRPr>
            </a:lvl1pPr>
            <a:lvl2pPr>
              <a:defRPr sz="1350" b="0">
                <a:solidFill>
                  <a:srgbClr val="627185"/>
                </a:solidFill>
                <a:latin typeface="Microsoft YaHei"/>
                <a:ea typeface="Microsoft YaHei"/>
                <a:cs typeface="Microsoft YaHei"/>
              </a:defRPr>
            </a:lvl2pPr>
            <a:lvl3pPr>
              <a:defRPr sz="1350" b="0">
                <a:solidFill>
                  <a:srgbClr val="627185"/>
                </a:solidFill>
                <a:latin typeface="Microsoft YaHei"/>
                <a:ea typeface="Microsoft YaHei"/>
                <a:cs typeface="Microsoft YaHei"/>
              </a:defRPr>
            </a:lvl3pPr>
            <a:lvl4pPr>
              <a:defRPr sz="1350" b="0">
                <a:solidFill>
                  <a:srgbClr val="627185"/>
                </a:solidFill>
                <a:latin typeface="Microsoft YaHei"/>
                <a:ea typeface="Microsoft YaHei"/>
                <a:cs typeface="Microsoft YaHei"/>
              </a:defRPr>
            </a:lvl4pPr>
            <a:lvl5pPr>
              <a:defRPr sz="1350" b="0">
                <a:solidFill>
                  <a:srgbClr val="627185"/>
                </a:solidFill>
                <a:latin typeface="Microsoft YaHei"/>
                <a:ea typeface="Microsoft YaHei"/>
                <a:cs typeface="Microsoft YaHei"/>
              </a:defRPr>
            </a:lvl5pPr>
            <a:lvl6pPr>
              <a:defRPr sz="1350" b="0">
                <a:solidFill>
                  <a:srgbClr val="627185"/>
                </a:solidFill>
                <a:latin typeface="Microsoft YaHei"/>
                <a:ea typeface="Microsoft YaHei"/>
                <a:cs typeface="Microsoft YaHei"/>
              </a:defRPr>
            </a:lvl6pPr>
            <a:lvl7pPr>
              <a:defRPr sz="1350" b="0">
                <a:solidFill>
                  <a:srgbClr val="627185"/>
                </a:solidFill>
                <a:latin typeface="Microsoft YaHei"/>
                <a:ea typeface="Microsoft YaHei"/>
                <a:cs typeface="Microsoft YaHei"/>
              </a:defRPr>
            </a:lvl7pPr>
            <a:lvl8pPr>
              <a:defRPr sz="1350" b="0">
                <a:solidFill>
                  <a:srgbClr val="627185"/>
                </a:solidFill>
                <a:latin typeface="Microsoft YaHei"/>
                <a:ea typeface="Microsoft YaHei"/>
                <a:cs typeface="Microsoft YaHei"/>
              </a:defRPr>
            </a:lvl8pPr>
            <a:lvl9pPr>
              <a:defRPr sz="1350" b="0">
                <a:solidFill>
                  <a:srgbClr val="627185"/>
                </a:solidFill>
                <a:latin typeface="Microsoft YaHei"/>
                <a:ea typeface="Microsoft YaHei"/>
                <a:cs typeface="Microsoft YaHei"/>
              </a:defRPr>
            </a:lvl9pPr>
          </a:lstStyle>
          <a:p xmlns:a="http://schemas.openxmlformats.org/drawingml/2006/main">
            <a:pPr>
              <a:defRPr sz="1350" b="0">
                <a:solidFill>
                  <a:srgbClr val="627185"/>
                </a:solidFill>
                <a:latin typeface="Microsoft YaHei"/>
                <a:ea typeface="Microsoft YaHei"/>
                <a:cs typeface="Microsoft YaHei"/>
              </a:defRPr>
            </a:pPr>
            <a:r>
              <a:rPr sz="1350" b="0">
                <a:solidFill>
                  <a:srgbClr val="627185"/>
                </a:solidFill>
                <a:latin typeface="Microsoft YaHei"/>
                <a:ea typeface="Microsoft YaHei"/>
                <a:cs typeface="Microsoft YaHei"/>
              </a:rPr>
              <a:t>Target / Scorer</a:t>
            </a:r>
          </a:p>
        </p:txBody>
      </p:sp>
      <p:sp>
        <p:nvSpPr>
          <p:cNvPr id="15" name="">
            <a:extLst xmlns:a="http://schemas.openxmlformats.org/drawingml/2006/main">
              <a:ext uri="{FF2B5EF4-FFF2-40B4-BE49-F238E27FC236}">
                <a16:creationId xmlns:a16="http://schemas.microsoft.com/office/drawing/2014/main" id="{50A11570-2842-4DF1-BD25-3D6F176996A2}"/>
              </a:ext>
            </a:extLst>
          </p:cNvPr>
          <p:cNvSpPr>
            <a:spLocks xmlns:a="http://schemas.openxmlformats.org/drawingml/2006/main" noGrp="1"/>
          </p:cNvSpPr>
          <p:nvPr/>
        </p:nvSpPr>
        <p:spPr>
          <a:xfrm xmlns:a="http://schemas.openxmlformats.org/drawingml/2006/main">
            <a:off x="609600" y="5381625"/>
            <a:ext cx="2857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1745F"/>
            </a:solidFill>
            <a:prstDash val="solid"/>
          </a:ln>
        </p:spPr>
      </p:sp>
      <p:sp>
        <p:nvSpPr>
          <p:cNvPr id="16" name="">
            <a:extLst xmlns:a="http://schemas.openxmlformats.org/drawingml/2006/main">
              <a:ext uri="{FF2B5EF4-FFF2-40B4-BE49-F238E27FC236}">
                <a16:creationId xmlns:a16="http://schemas.microsoft.com/office/drawing/2014/main" id="{467D9DBD-F4D3-4AA1-A816-4AA5CACF8367}"/>
              </a:ext>
            </a:extLst>
          </p:cNvPr>
          <p:cNvSpPr>
            <a:spLocks xmlns:a="http://schemas.openxmlformats.org/drawingml/2006/main" noGrp="1"/>
          </p:cNvSpPr>
          <p:nvPr/>
        </p:nvSpPr>
        <p:spPr>
          <a:xfrm xmlns:a="http://schemas.openxmlformats.org/drawingml/2006/main">
            <a:off x="762000" y="5476875"/>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1745F"/>
                </a:solidFill>
                <a:latin typeface="Microsoft YaHei"/>
                <a:ea typeface="Microsoft YaHei"/>
                <a:cs typeface="Microsoft YaHei"/>
              </a:defRPr>
            </a:defPPr>
            <a:lvl1pPr>
              <a:defRPr sz="1875" b="1">
                <a:solidFill>
                  <a:srgbClr val="21745F"/>
                </a:solidFill>
                <a:latin typeface="Microsoft YaHei"/>
                <a:ea typeface="Microsoft YaHei"/>
                <a:cs typeface="Microsoft YaHei"/>
              </a:defRPr>
            </a:lvl1pPr>
            <a:lvl2pPr>
              <a:defRPr sz="1875" b="1">
                <a:solidFill>
                  <a:srgbClr val="21745F"/>
                </a:solidFill>
                <a:latin typeface="Microsoft YaHei"/>
                <a:ea typeface="Microsoft YaHei"/>
                <a:cs typeface="Microsoft YaHei"/>
              </a:defRPr>
            </a:lvl2pPr>
            <a:lvl3pPr>
              <a:defRPr sz="1875" b="1">
                <a:solidFill>
                  <a:srgbClr val="21745F"/>
                </a:solidFill>
                <a:latin typeface="Microsoft YaHei"/>
                <a:ea typeface="Microsoft YaHei"/>
                <a:cs typeface="Microsoft YaHei"/>
              </a:defRPr>
            </a:lvl3pPr>
            <a:lvl4pPr>
              <a:defRPr sz="1875" b="1">
                <a:solidFill>
                  <a:srgbClr val="21745F"/>
                </a:solidFill>
                <a:latin typeface="Microsoft YaHei"/>
                <a:ea typeface="Microsoft YaHei"/>
                <a:cs typeface="Microsoft YaHei"/>
              </a:defRPr>
            </a:lvl4pPr>
            <a:lvl5pPr>
              <a:defRPr sz="1875" b="1">
                <a:solidFill>
                  <a:srgbClr val="21745F"/>
                </a:solidFill>
                <a:latin typeface="Microsoft YaHei"/>
                <a:ea typeface="Microsoft YaHei"/>
                <a:cs typeface="Microsoft YaHei"/>
              </a:defRPr>
            </a:lvl5pPr>
            <a:lvl6pPr>
              <a:defRPr sz="1875" b="1">
                <a:solidFill>
                  <a:srgbClr val="21745F"/>
                </a:solidFill>
                <a:latin typeface="Microsoft YaHei"/>
                <a:ea typeface="Microsoft YaHei"/>
                <a:cs typeface="Microsoft YaHei"/>
              </a:defRPr>
            </a:lvl6pPr>
            <a:lvl7pPr>
              <a:defRPr sz="1875" b="1">
                <a:solidFill>
                  <a:srgbClr val="21745F"/>
                </a:solidFill>
                <a:latin typeface="Microsoft YaHei"/>
                <a:ea typeface="Microsoft YaHei"/>
                <a:cs typeface="Microsoft YaHei"/>
              </a:defRPr>
            </a:lvl7pPr>
            <a:lvl8pPr>
              <a:defRPr sz="1875" b="1">
                <a:solidFill>
                  <a:srgbClr val="21745F"/>
                </a:solidFill>
                <a:latin typeface="Microsoft YaHei"/>
                <a:ea typeface="Microsoft YaHei"/>
                <a:cs typeface="Microsoft YaHei"/>
              </a:defRPr>
            </a:lvl8pPr>
            <a:lvl9pPr>
              <a:defRPr sz="1875" b="1">
                <a:solidFill>
                  <a:srgbClr val="21745F"/>
                </a:solidFill>
                <a:latin typeface="Microsoft YaHei"/>
                <a:ea typeface="Microsoft YaHei"/>
                <a:cs typeface="Microsoft YaHei"/>
              </a:defRPr>
            </a:lvl9pPr>
          </a:lstStyle>
          <a:p xmlns:a="http://schemas.openxmlformats.org/drawingml/2006/main">
            <a:pPr>
              <a:defRPr sz="1875" b="1">
                <a:solidFill>
                  <a:srgbClr val="21745F"/>
                </a:solidFill>
                <a:latin typeface="Microsoft YaHei"/>
                <a:ea typeface="Microsoft YaHei"/>
                <a:cs typeface="Microsoft YaHei"/>
              </a:defRPr>
            </a:pPr>
            <a:r>
              <a:rPr sz="1875" b="1">
                <a:solidFill>
                  <a:srgbClr val="21745F"/>
                </a:solidFill>
                <a:latin typeface="Microsoft YaHei"/>
                <a:ea typeface="Microsoft YaHei"/>
                <a:cs typeface="Microsoft YaHei"/>
              </a:rPr>
              <a:t>Langfuse</a:t>
            </a:r>
          </a:p>
        </p:txBody>
      </p:sp>
      <p:sp>
        <p:nvSpPr>
          <p:cNvPr id="17" name="">
            <a:extLst xmlns:a="http://schemas.openxmlformats.org/drawingml/2006/main">
              <a:ext uri="{FF2B5EF4-FFF2-40B4-BE49-F238E27FC236}">
                <a16:creationId xmlns:a16="http://schemas.microsoft.com/office/drawing/2014/main" id="{E06616F5-DD13-4507-A2A3-486D86BD2794}"/>
              </a:ext>
            </a:extLst>
          </p:cNvPr>
          <p:cNvSpPr>
            <a:spLocks xmlns:a="http://schemas.openxmlformats.org/drawingml/2006/main" noGrp="1"/>
          </p:cNvSpPr>
          <p:nvPr/>
        </p:nvSpPr>
        <p:spPr>
          <a:xfrm xmlns:a="http://schemas.openxmlformats.org/drawingml/2006/main">
            <a:off x="762000" y="584835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7185"/>
                </a:solidFill>
                <a:latin typeface="Microsoft YaHei"/>
                <a:ea typeface="Microsoft YaHei"/>
                <a:cs typeface="Microsoft YaHei"/>
              </a:defRPr>
            </a:defPPr>
            <a:lvl1pPr>
              <a:defRPr sz="1350" b="0">
                <a:solidFill>
                  <a:srgbClr val="627185"/>
                </a:solidFill>
                <a:latin typeface="Microsoft YaHei"/>
                <a:ea typeface="Microsoft YaHei"/>
                <a:cs typeface="Microsoft YaHei"/>
              </a:defRPr>
            </a:lvl1pPr>
            <a:lvl2pPr>
              <a:defRPr sz="1350" b="0">
                <a:solidFill>
                  <a:srgbClr val="627185"/>
                </a:solidFill>
                <a:latin typeface="Microsoft YaHei"/>
                <a:ea typeface="Microsoft YaHei"/>
                <a:cs typeface="Microsoft YaHei"/>
              </a:defRPr>
            </a:lvl2pPr>
            <a:lvl3pPr>
              <a:defRPr sz="1350" b="0">
                <a:solidFill>
                  <a:srgbClr val="627185"/>
                </a:solidFill>
                <a:latin typeface="Microsoft YaHei"/>
                <a:ea typeface="Microsoft YaHei"/>
                <a:cs typeface="Microsoft YaHei"/>
              </a:defRPr>
            </a:lvl3pPr>
            <a:lvl4pPr>
              <a:defRPr sz="1350" b="0">
                <a:solidFill>
                  <a:srgbClr val="627185"/>
                </a:solidFill>
                <a:latin typeface="Microsoft YaHei"/>
                <a:ea typeface="Microsoft YaHei"/>
                <a:cs typeface="Microsoft YaHei"/>
              </a:defRPr>
            </a:lvl4pPr>
            <a:lvl5pPr>
              <a:defRPr sz="1350" b="0">
                <a:solidFill>
                  <a:srgbClr val="627185"/>
                </a:solidFill>
                <a:latin typeface="Microsoft YaHei"/>
                <a:ea typeface="Microsoft YaHei"/>
                <a:cs typeface="Microsoft YaHei"/>
              </a:defRPr>
            </a:lvl5pPr>
            <a:lvl6pPr>
              <a:defRPr sz="1350" b="0">
                <a:solidFill>
                  <a:srgbClr val="627185"/>
                </a:solidFill>
                <a:latin typeface="Microsoft YaHei"/>
                <a:ea typeface="Microsoft YaHei"/>
                <a:cs typeface="Microsoft YaHei"/>
              </a:defRPr>
            </a:lvl6pPr>
            <a:lvl7pPr>
              <a:defRPr sz="1350" b="0">
                <a:solidFill>
                  <a:srgbClr val="627185"/>
                </a:solidFill>
                <a:latin typeface="Microsoft YaHei"/>
                <a:ea typeface="Microsoft YaHei"/>
                <a:cs typeface="Microsoft YaHei"/>
              </a:defRPr>
            </a:lvl7pPr>
            <a:lvl8pPr>
              <a:defRPr sz="1350" b="0">
                <a:solidFill>
                  <a:srgbClr val="627185"/>
                </a:solidFill>
                <a:latin typeface="Microsoft YaHei"/>
                <a:ea typeface="Microsoft YaHei"/>
                <a:cs typeface="Microsoft YaHei"/>
              </a:defRPr>
            </a:lvl8pPr>
            <a:lvl9pPr>
              <a:defRPr sz="1350" b="0">
                <a:solidFill>
                  <a:srgbClr val="627185"/>
                </a:solidFill>
                <a:latin typeface="Microsoft YaHei"/>
                <a:ea typeface="Microsoft YaHei"/>
                <a:cs typeface="Microsoft YaHei"/>
              </a:defRPr>
            </a:lvl9pPr>
          </a:lstStyle>
          <a:p xmlns:a="http://schemas.openxmlformats.org/drawingml/2006/main">
            <a:pPr>
              <a:defRPr sz="1350" b="0">
                <a:solidFill>
                  <a:srgbClr val="627185"/>
                </a:solidFill>
                <a:latin typeface="Microsoft YaHei"/>
                <a:ea typeface="Microsoft YaHei"/>
                <a:cs typeface="Microsoft YaHei"/>
              </a:defRPr>
            </a:pPr>
            <a:r>
              <a:rPr sz="1350" b="0">
                <a:solidFill>
                  <a:srgbClr val="627185"/>
                </a:solidFill>
                <a:latin typeface="Microsoft YaHei"/>
                <a:ea typeface="Microsoft YaHei"/>
                <a:cs typeface="Microsoft YaHei"/>
              </a:rPr>
              <a:t>Datasets, experiments, Score, OTEL</a:t>
            </a:r>
          </a:p>
        </p:txBody>
      </p:sp>
      <p:sp>
        <p:nvSpPr>
          <p:cNvPr id="18" name="">
            <a:extLst xmlns:a="http://schemas.openxmlformats.org/drawingml/2006/main">
              <a:ext uri="{FF2B5EF4-FFF2-40B4-BE49-F238E27FC236}">
                <a16:creationId xmlns:a16="http://schemas.microsoft.com/office/drawing/2014/main" id="{E242C8D7-1696-4B74-9C28-45DB28644C30}"/>
              </a:ext>
            </a:extLst>
          </p:cNvPr>
          <p:cNvSpPr>
            <a:spLocks xmlns:a="http://schemas.openxmlformats.org/drawingml/2006/main" noGrp="1"/>
          </p:cNvSpPr>
          <p:nvPr/>
        </p:nvSpPr>
        <p:spPr>
          <a:xfrm xmlns:a="http://schemas.openxmlformats.org/drawingml/2006/main">
            <a:off x="4667250" y="5381625"/>
            <a:ext cx="2857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315FBB"/>
            </a:solidFill>
            <a:prstDash val="solid"/>
          </a:ln>
        </p:spPr>
      </p:sp>
      <p:sp>
        <p:nvSpPr>
          <p:cNvPr id="19" name="">
            <a:extLst xmlns:a="http://schemas.openxmlformats.org/drawingml/2006/main">
              <a:ext uri="{FF2B5EF4-FFF2-40B4-BE49-F238E27FC236}">
                <a16:creationId xmlns:a16="http://schemas.microsoft.com/office/drawing/2014/main" id="{A4302778-E46C-4E0D-AA61-6CA547FA93CF}"/>
              </a:ext>
            </a:extLst>
          </p:cNvPr>
          <p:cNvSpPr>
            <a:spLocks xmlns:a="http://schemas.openxmlformats.org/drawingml/2006/main" noGrp="1"/>
          </p:cNvSpPr>
          <p:nvPr/>
        </p:nvSpPr>
        <p:spPr>
          <a:xfrm xmlns:a="http://schemas.openxmlformats.org/drawingml/2006/main">
            <a:off x="4819650" y="5476875"/>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315FBB"/>
                </a:solidFill>
                <a:latin typeface="Microsoft YaHei"/>
                <a:ea typeface="Microsoft YaHei"/>
                <a:cs typeface="Microsoft YaHei"/>
              </a:defRPr>
            </a:defPPr>
            <a:lvl1pPr>
              <a:defRPr sz="1875" b="1">
                <a:solidFill>
                  <a:srgbClr val="315FBB"/>
                </a:solidFill>
                <a:latin typeface="Microsoft YaHei"/>
                <a:ea typeface="Microsoft YaHei"/>
                <a:cs typeface="Microsoft YaHei"/>
              </a:defRPr>
            </a:lvl1pPr>
            <a:lvl2pPr>
              <a:defRPr sz="1875" b="1">
                <a:solidFill>
                  <a:srgbClr val="315FBB"/>
                </a:solidFill>
                <a:latin typeface="Microsoft YaHei"/>
                <a:ea typeface="Microsoft YaHei"/>
                <a:cs typeface="Microsoft YaHei"/>
              </a:defRPr>
            </a:lvl2pPr>
            <a:lvl3pPr>
              <a:defRPr sz="1875" b="1">
                <a:solidFill>
                  <a:srgbClr val="315FBB"/>
                </a:solidFill>
                <a:latin typeface="Microsoft YaHei"/>
                <a:ea typeface="Microsoft YaHei"/>
                <a:cs typeface="Microsoft YaHei"/>
              </a:defRPr>
            </a:lvl3pPr>
            <a:lvl4pPr>
              <a:defRPr sz="1875" b="1">
                <a:solidFill>
                  <a:srgbClr val="315FBB"/>
                </a:solidFill>
                <a:latin typeface="Microsoft YaHei"/>
                <a:ea typeface="Microsoft YaHei"/>
                <a:cs typeface="Microsoft YaHei"/>
              </a:defRPr>
            </a:lvl4pPr>
            <a:lvl5pPr>
              <a:defRPr sz="1875" b="1">
                <a:solidFill>
                  <a:srgbClr val="315FBB"/>
                </a:solidFill>
                <a:latin typeface="Microsoft YaHei"/>
                <a:ea typeface="Microsoft YaHei"/>
                <a:cs typeface="Microsoft YaHei"/>
              </a:defRPr>
            </a:lvl5pPr>
            <a:lvl6pPr>
              <a:defRPr sz="1875" b="1">
                <a:solidFill>
                  <a:srgbClr val="315FBB"/>
                </a:solidFill>
                <a:latin typeface="Microsoft YaHei"/>
                <a:ea typeface="Microsoft YaHei"/>
                <a:cs typeface="Microsoft YaHei"/>
              </a:defRPr>
            </a:lvl6pPr>
            <a:lvl7pPr>
              <a:defRPr sz="1875" b="1">
                <a:solidFill>
                  <a:srgbClr val="315FBB"/>
                </a:solidFill>
                <a:latin typeface="Microsoft YaHei"/>
                <a:ea typeface="Microsoft YaHei"/>
                <a:cs typeface="Microsoft YaHei"/>
              </a:defRPr>
            </a:lvl7pPr>
            <a:lvl8pPr>
              <a:defRPr sz="1875" b="1">
                <a:solidFill>
                  <a:srgbClr val="315FBB"/>
                </a:solidFill>
                <a:latin typeface="Microsoft YaHei"/>
                <a:ea typeface="Microsoft YaHei"/>
                <a:cs typeface="Microsoft YaHei"/>
              </a:defRPr>
            </a:lvl8pPr>
            <a:lvl9pPr>
              <a:defRPr sz="1875" b="1">
                <a:solidFill>
                  <a:srgbClr val="315FBB"/>
                </a:solidFill>
                <a:latin typeface="Microsoft YaHei"/>
                <a:ea typeface="Microsoft YaHei"/>
                <a:cs typeface="Microsoft YaHei"/>
              </a:defRPr>
            </a:lvl9pPr>
          </a:lstStyle>
          <a:p xmlns:a="http://schemas.openxmlformats.org/drawingml/2006/main">
            <a:pPr>
              <a:defRPr sz="1875" b="1">
                <a:solidFill>
                  <a:srgbClr val="315FBB"/>
                </a:solidFill>
                <a:latin typeface="Microsoft YaHei"/>
                <a:ea typeface="Microsoft YaHei"/>
                <a:cs typeface="Microsoft YaHei"/>
              </a:defRPr>
            </a:pPr>
            <a:r>
              <a:rPr sz="1875" b="1">
                <a:solidFill>
                  <a:srgbClr val="315FBB"/>
                </a:solidFill>
                <a:latin typeface="Microsoft YaHei"/>
                <a:ea typeface="Microsoft YaHei"/>
                <a:cs typeface="Microsoft YaHei"/>
              </a:rPr>
              <a:t>LLM Gateway</a:t>
            </a:r>
          </a:p>
        </p:txBody>
      </p:sp>
      <p:sp>
        <p:nvSpPr>
          <p:cNvPr id="20" name="">
            <a:extLst xmlns:a="http://schemas.openxmlformats.org/drawingml/2006/main">
              <a:ext uri="{FF2B5EF4-FFF2-40B4-BE49-F238E27FC236}">
                <a16:creationId xmlns:a16="http://schemas.microsoft.com/office/drawing/2014/main" id="{29AFD207-40EB-4C25-8F17-6C50E08B9149}"/>
              </a:ext>
            </a:extLst>
          </p:cNvPr>
          <p:cNvSpPr>
            <a:spLocks xmlns:a="http://schemas.openxmlformats.org/drawingml/2006/main" noGrp="1"/>
          </p:cNvSpPr>
          <p:nvPr/>
        </p:nvSpPr>
        <p:spPr>
          <a:xfrm xmlns:a="http://schemas.openxmlformats.org/drawingml/2006/main">
            <a:off x="4819650" y="584835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7185"/>
                </a:solidFill>
                <a:latin typeface="Microsoft YaHei"/>
                <a:ea typeface="Microsoft YaHei"/>
                <a:cs typeface="Microsoft YaHei"/>
              </a:defRPr>
            </a:defPPr>
            <a:lvl1pPr>
              <a:defRPr sz="1350" b="0">
                <a:solidFill>
                  <a:srgbClr val="627185"/>
                </a:solidFill>
                <a:latin typeface="Microsoft YaHei"/>
                <a:ea typeface="Microsoft YaHei"/>
                <a:cs typeface="Microsoft YaHei"/>
              </a:defRPr>
            </a:lvl1pPr>
            <a:lvl2pPr>
              <a:defRPr sz="1350" b="0">
                <a:solidFill>
                  <a:srgbClr val="627185"/>
                </a:solidFill>
                <a:latin typeface="Microsoft YaHei"/>
                <a:ea typeface="Microsoft YaHei"/>
                <a:cs typeface="Microsoft YaHei"/>
              </a:defRPr>
            </a:lvl2pPr>
            <a:lvl3pPr>
              <a:defRPr sz="1350" b="0">
                <a:solidFill>
                  <a:srgbClr val="627185"/>
                </a:solidFill>
                <a:latin typeface="Microsoft YaHei"/>
                <a:ea typeface="Microsoft YaHei"/>
                <a:cs typeface="Microsoft YaHei"/>
              </a:defRPr>
            </a:lvl3pPr>
            <a:lvl4pPr>
              <a:defRPr sz="1350" b="0">
                <a:solidFill>
                  <a:srgbClr val="627185"/>
                </a:solidFill>
                <a:latin typeface="Microsoft YaHei"/>
                <a:ea typeface="Microsoft YaHei"/>
                <a:cs typeface="Microsoft YaHei"/>
              </a:defRPr>
            </a:lvl4pPr>
            <a:lvl5pPr>
              <a:defRPr sz="1350" b="0">
                <a:solidFill>
                  <a:srgbClr val="627185"/>
                </a:solidFill>
                <a:latin typeface="Microsoft YaHei"/>
                <a:ea typeface="Microsoft YaHei"/>
                <a:cs typeface="Microsoft YaHei"/>
              </a:defRPr>
            </a:lvl5pPr>
            <a:lvl6pPr>
              <a:defRPr sz="1350" b="0">
                <a:solidFill>
                  <a:srgbClr val="627185"/>
                </a:solidFill>
                <a:latin typeface="Microsoft YaHei"/>
                <a:ea typeface="Microsoft YaHei"/>
                <a:cs typeface="Microsoft YaHei"/>
              </a:defRPr>
            </a:lvl6pPr>
            <a:lvl7pPr>
              <a:defRPr sz="1350" b="0">
                <a:solidFill>
                  <a:srgbClr val="627185"/>
                </a:solidFill>
                <a:latin typeface="Microsoft YaHei"/>
                <a:ea typeface="Microsoft YaHei"/>
                <a:cs typeface="Microsoft YaHei"/>
              </a:defRPr>
            </a:lvl7pPr>
            <a:lvl8pPr>
              <a:defRPr sz="1350" b="0">
                <a:solidFill>
                  <a:srgbClr val="627185"/>
                </a:solidFill>
                <a:latin typeface="Microsoft YaHei"/>
                <a:ea typeface="Microsoft YaHei"/>
                <a:cs typeface="Microsoft YaHei"/>
              </a:defRPr>
            </a:lvl8pPr>
            <a:lvl9pPr>
              <a:defRPr sz="1350" b="0">
                <a:solidFill>
                  <a:srgbClr val="627185"/>
                </a:solidFill>
                <a:latin typeface="Microsoft YaHei"/>
                <a:ea typeface="Microsoft YaHei"/>
                <a:cs typeface="Microsoft YaHei"/>
              </a:defRPr>
            </a:lvl9pPr>
          </a:lstStyle>
          <a:p xmlns:a="http://schemas.openxmlformats.org/drawingml/2006/main">
            <a:pPr>
              <a:defRPr sz="1350" b="0">
                <a:solidFill>
                  <a:srgbClr val="627185"/>
                </a:solidFill>
                <a:latin typeface="Microsoft YaHei"/>
                <a:ea typeface="Microsoft YaHei"/>
                <a:cs typeface="Microsoft YaHei"/>
              </a:defRPr>
            </a:pPr>
            <a:r>
              <a:rPr sz="1350" b="0">
                <a:solidFill>
                  <a:srgbClr val="627185"/>
                </a:solidFill>
                <a:latin typeface="Microsoft YaHei"/>
                <a:ea typeface="Microsoft YaHei"/>
                <a:cs typeface="Microsoft YaHei"/>
              </a:rPr>
              <a:t>Configured model endpoint</a:t>
            </a:r>
          </a:p>
        </p:txBody>
      </p:sp>
      <p:sp>
        <p:nvSpPr>
          <p:cNvPr id="21" name="">
            <a:extLst xmlns:a="http://schemas.openxmlformats.org/drawingml/2006/main">
              <a:ext uri="{FF2B5EF4-FFF2-40B4-BE49-F238E27FC236}">
                <a16:creationId xmlns:a16="http://schemas.microsoft.com/office/drawing/2014/main" id="{B701BA87-FC5E-469C-AA1C-8719F4AF5A3F}"/>
              </a:ext>
            </a:extLst>
          </p:cNvPr>
          <p:cNvSpPr>
            <a:spLocks xmlns:a="http://schemas.openxmlformats.org/drawingml/2006/main" noGrp="1"/>
          </p:cNvSpPr>
          <p:nvPr/>
        </p:nvSpPr>
        <p:spPr>
          <a:xfrm xmlns:a="http://schemas.openxmlformats.org/drawingml/2006/main">
            <a:off x="8763000" y="5381625"/>
            <a:ext cx="2857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96A1AF"/>
            </a:solidFill>
            <a:prstDash val="dash"/>
          </a:ln>
        </p:spPr>
      </p:sp>
      <p:sp>
        <p:nvSpPr>
          <p:cNvPr id="22" name="">
            <a:extLst xmlns:a="http://schemas.openxmlformats.org/drawingml/2006/main">
              <a:ext uri="{FF2B5EF4-FFF2-40B4-BE49-F238E27FC236}">
                <a16:creationId xmlns:a16="http://schemas.microsoft.com/office/drawing/2014/main" id="{A28DCFCA-A46E-4229-8DD4-5265780C1563}"/>
              </a:ext>
            </a:extLst>
          </p:cNvPr>
          <p:cNvSpPr>
            <a:spLocks xmlns:a="http://schemas.openxmlformats.org/drawingml/2006/main" noGrp="1"/>
          </p:cNvSpPr>
          <p:nvPr/>
        </p:nvSpPr>
        <p:spPr>
          <a:xfrm xmlns:a="http://schemas.openxmlformats.org/drawingml/2006/main">
            <a:off x="8915400" y="5476875"/>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96A1AF"/>
                </a:solidFill>
                <a:latin typeface="Microsoft YaHei"/>
                <a:ea typeface="Microsoft YaHei"/>
                <a:cs typeface="Microsoft YaHei"/>
              </a:defRPr>
            </a:defPPr>
            <a:lvl1pPr>
              <a:defRPr sz="1875" b="1">
                <a:solidFill>
                  <a:srgbClr val="96A1AF"/>
                </a:solidFill>
                <a:latin typeface="Microsoft YaHei"/>
                <a:ea typeface="Microsoft YaHei"/>
                <a:cs typeface="Microsoft YaHei"/>
              </a:defRPr>
            </a:lvl1pPr>
            <a:lvl2pPr>
              <a:defRPr sz="1875" b="1">
                <a:solidFill>
                  <a:srgbClr val="96A1AF"/>
                </a:solidFill>
                <a:latin typeface="Microsoft YaHei"/>
                <a:ea typeface="Microsoft YaHei"/>
                <a:cs typeface="Microsoft YaHei"/>
              </a:defRPr>
            </a:lvl2pPr>
            <a:lvl3pPr>
              <a:defRPr sz="1875" b="1">
                <a:solidFill>
                  <a:srgbClr val="96A1AF"/>
                </a:solidFill>
                <a:latin typeface="Microsoft YaHei"/>
                <a:ea typeface="Microsoft YaHei"/>
                <a:cs typeface="Microsoft YaHei"/>
              </a:defRPr>
            </a:lvl3pPr>
            <a:lvl4pPr>
              <a:defRPr sz="1875" b="1">
                <a:solidFill>
                  <a:srgbClr val="96A1AF"/>
                </a:solidFill>
                <a:latin typeface="Microsoft YaHei"/>
                <a:ea typeface="Microsoft YaHei"/>
                <a:cs typeface="Microsoft YaHei"/>
              </a:defRPr>
            </a:lvl4pPr>
            <a:lvl5pPr>
              <a:defRPr sz="1875" b="1">
                <a:solidFill>
                  <a:srgbClr val="96A1AF"/>
                </a:solidFill>
                <a:latin typeface="Microsoft YaHei"/>
                <a:ea typeface="Microsoft YaHei"/>
                <a:cs typeface="Microsoft YaHei"/>
              </a:defRPr>
            </a:lvl5pPr>
            <a:lvl6pPr>
              <a:defRPr sz="1875" b="1">
                <a:solidFill>
                  <a:srgbClr val="96A1AF"/>
                </a:solidFill>
                <a:latin typeface="Microsoft YaHei"/>
                <a:ea typeface="Microsoft YaHei"/>
                <a:cs typeface="Microsoft YaHei"/>
              </a:defRPr>
            </a:lvl6pPr>
            <a:lvl7pPr>
              <a:defRPr sz="1875" b="1">
                <a:solidFill>
                  <a:srgbClr val="96A1AF"/>
                </a:solidFill>
                <a:latin typeface="Microsoft YaHei"/>
                <a:ea typeface="Microsoft YaHei"/>
                <a:cs typeface="Microsoft YaHei"/>
              </a:defRPr>
            </a:lvl7pPr>
            <a:lvl8pPr>
              <a:defRPr sz="1875" b="1">
                <a:solidFill>
                  <a:srgbClr val="96A1AF"/>
                </a:solidFill>
                <a:latin typeface="Microsoft YaHei"/>
                <a:ea typeface="Microsoft YaHei"/>
                <a:cs typeface="Microsoft YaHei"/>
              </a:defRPr>
            </a:lvl8pPr>
            <a:lvl9pPr>
              <a:defRPr sz="1875" b="1">
                <a:solidFill>
                  <a:srgbClr val="96A1AF"/>
                </a:solidFill>
                <a:latin typeface="Microsoft YaHei"/>
                <a:ea typeface="Microsoft YaHei"/>
                <a:cs typeface="Microsoft YaHei"/>
              </a:defRPr>
            </a:lvl9pPr>
          </a:lstStyle>
          <a:p xmlns:a="http://schemas.openxmlformats.org/drawingml/2006/main">
            <a:pPr>
              <a:defRPr sz="1875" b="1">
                <a:solidFill>
                  <a:srgbClr val="96A1AF"/>
                </a:solidFill>
                <a:latin typeface="Microsoft YaHei"/>
                <a:ea typeface="Microsoft YaHei"/>
                <a:cs typeface="Microsoft YaHei"/>
              </a:defRPr>
            </a:pPr>
            <a:r>
              <a:rPr sz="1875" b="1">
                <a:solidFill>
                  <a:srgbClr val="96A1AF"/>
                </a:solidFill>
                <a:latin typeface="Microsoft YaHei"/>
                <a:ea typeface="Microsoft YaHei"/>
                <a:cs typeface="Microsoft YaHei"/>
              </a:rPr>
              <a:t>Guardrail Gateway</a:t>
            </a:r>
          </a:p>
        </p:txBody>
      </p:sp>
      <p:sp>
        <p:nvSpPr>
          <p:cNvPr id="23" name="">
            <a:extLst xmlns:a="http://schemas.openxmlformats.org/drawingml/2006/main">
              <a:ext uri="{FF2B5EF4-FFF2-40B4-BE49-F238E27FC236}">
                <a16:creationId xmlns:a16="http://schemas.microsoft.com/office/drawing/2014/main" id="{F2C0200B-5756-4C18-BDB2-6B099CB38ED3}"/>
              </a:ext>
            </a:extLst>
          </p:cNvPr>
          <p:cNvSpPr>
            <a:spLocks xmlns:a="http://schemas.openxmlformats.org/drawingml/2006/main" noGrp="1"/>
          </p:cNvSpPr>
          <p:nvPr/>
        </p:nvSpPr>
        <p:spPr>
          <a:xfrm xmlns:a="http://schemas.openxmlformats.org/drawingml/2006/main">
            <a:off x="8915400" y="584835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7185"/>
                </a:solidFill>
                <a:latin typeface="Microsoft YaHei"/>
                <a:ea typeface="Microsoft YaHei"/>
                <a:cs typeface="Microsoft YaHei"/>
              </a:defRPr>
            </a:defPPr>
            <a:lvl1pPr>
              <a:defRPr sz="1350" b="0">
                <a:solidFill>
                  <a:srgbClr val="627185"/>
                </a:solidFill>
                <a:latin typeface="Microsoft YaHei"/>
                <a:ea typeface="Microsoft YaHei"/>
                <a:cs typeface="Microsoft YaHei"/>
              </a:defRPr>
            </a:lvl1pPr>
            <a:lvl2pPr>
              <a:defRPr sz="1350" b="0">
                <a:solidFill>
                  <a:srgbClr val="627185"/>
                </a:solidFill>
                <a:latin typeface="Microsoft YaHei"/>
                <a:ea typeface="Microsoft YaHei"/>
                <a:cs typeface="Microsoft YaHei"/>
              </a:defRPr>
            </a:lvl2pPr>
            <a:lvl3pPr>
              <a:defRPr sz="1350" b="0">
                <a:solidFill>
                  <a:srgbClr val="627185"/>
                </a:solidFill>
                <a:latin typeface="Microsoft YaHei"/>
                <a:ea typeface="Microsoft YaHei"/>
                <a:cs typeface="Microsoft YaHei"/>
              </a:defRPr>
            </a:lvl3pPr>
            <a:lvl4pPr>
              <a:defRPr sz="1350" b="0">
                <a:solidFill>
                  <a:srgbClr val="627185"/>
                </a:solidFill>
                <a:latin typeface="Microsoft YaHei"/>
                <a:ea typeface="Microsoft YaHei"/>
                <a:cs typeface="Microsoft YaHei"/>
              </a:defRPr>
            </a:lvl4pPr>
            <a:lvl5pPr>
              <a:defRPr sz="1350" b="0">
                <a:solidFill>
                  <a:srgbClr val="627185"/>
                </a:solidFill>
                <a:latin typeface="Microsoft YaHei"/>
                <a:ea typeface="Microsoft YaHei"/>
                <a:cs typeface="Microsoft YaHei"/>
              </a:defRPr>
            </a:lvl5pPr>
            <a:lvl6pPr>
              <a:defRPr sz="1350" b="0">
                <a:solidFill>
                  <a:srgbClr val="627185"/>
                </a:solidFill>
                <a:latin typeface="Microsoft YaHei"/>
                <a:ea typeface="Microsoft YaHei"/>
                <a:cs typeface="Microsoft YaHei"/>
              </a:defRPr>
            </a:lvl6pPr>
            <a:lvl7pPr>
              <a:defRPr sz="1350" b="0">
                <a:solidFill>
                  <a:srgbClr val="627185"/>
                </a:solidFill>
                <a:latin typeface="Microsoft YaHei"/>
                <a:ea typeface="Microsoft YaHei"/>
                <a:cs typeface="Microsoft YaHei"/>
              </a:defRPr>
            </a:lvl7pPr>
            <a:lvl8pPr>
              <a:defRPr sz="1350" b="0">
                <a:solidFill>
                  <a:srgbClr val="627185"/>
                </a:solidFill>
                <a:latin typeface="Microsoft YaHei"/>
                <a:ea typeface="Microsoft YaHei"/>
                <a:cs typeface="Microsoft YaHei"/>
              </a:defRPr>
            </a:lvl8pPr>
            <a:lvl9pPr>
              <a:defRPr sz="1350" b="0">
                <a:solidFill>
                  <a:srgbClr val="627185"/>
                </a:solidFill>
                <a:latin typeface="Microsoft YaHei"/>
                <a:ea typeface="Microsoft YaHei"/>
                <a:cs typeface="Microsoft YaHei"/>
              </a:defRPr>
            </a:lvl9pPr>
          </a:lstStyle>
          <a:p xmlns:a="http://schemas.openxmlformats.org/drawingml/2006/main">
            <a:pPr>
              <a:defRPr sz="1350" b="0">
                <a:solidFill>
                  <a:srgbClr val="627185"/>
                </a:solidFill>
                <a:latin typeface="Microsoft YaHei"/>
                <a:ea typeface="Microsoft YaHei"/>
                <a:cs typeface="Microsoft YaHei"/>
              </a:defRPr>
            </a:pPr>
            <a:r>
              <a:rPr sz="1350" b="0">
                <a:solidFill>
                  <a:srgbClr val="627185"/>
                </a:solidFill>
                <a:latin typeface="Microsoft YaHei"/>
                <a:ea typeface="Microsoft YaHei"/>
                <a:cs typeface="Microsoft YaHei"/>
              </a:rPr>
              <a:t>Guardrail routing (planned)</a:t>
            </a:r>
          </a:p>
        </p:txBody>
      </p:sp>
      <p:sp>
        <p:nvSpPr>
          <p:cNvPr id="24" name="">
            <a:extLst xmlns:a="http://schemas.openxmlformats.org/drawingml/2006/main">
              <a:ext uri="{FF2B5EF4-FFF2-40B4-BE49-F238E27FC236}">
                <a16:creationId xmlns:a16="http://schemas.microsoft.com/office/drawing/2014/main" id="{7BE38F25-A302-4AC1-AC32-07AC12640000}"/>
              </a:ext>
            </a:extLst>
          </p:cNvPr>
          <p:cNvSpPr>
            <a:spLocks xmlns:a="http://schemas.openxmlformats.org/drawingml/2006/main" noGrp="1"/>
          </p:cNvSpPr>
          <p:nvPr/>
        </p:nvSpPr>
        <p:spPr>
          <a:xfrm xmlns:a="http://schemas.openxmlformats.org/drawingml/2006/main">
            <a:off x="3390900" y="1847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7185"/>
                </a:solidFill>
                <a:latin typeface="Microsoft YaHei"/>
                <a:ea typeface="Microsoft YaHei"/>
                <a:cs typeface="Microsoft YaHei"/>
              </a:defRPr>
            </a:defPPr>
            <a:lvl1pPr>
              <a:defRPr sz="1350" b="0">
                <a:solidFill>
                  <a:srgbClr val="627185"/>
                </a:solidFill>
                <a:latin typeface="Microsoft YaHei"/>
                <a:ea typeface="Microsoft YaHei"/>
                <a:cs typeface="Microsoft YaHei"/>
              </a:defRPr>
            </a:lvl1pPr>
            <a:lvl2pPr>
              <a:defRPr sz="1350" b="0">
                <a:solidFill>
                  <a:srgbClr val="627185"/>
                </a:solidFill>
                <a:latin typeface="Microsoft YaHei"/>
                <a:ea typeface="Microsoft YaHei"/>
                <a:cs typeface="Microsoft YaHei"/>
              </a:defRPr>
            </a:lvl2pPr>
            <a:lvl3pPr>
              <a:defRPr sz="1350" b="0">
                <a:solidFill>
                  <a:srgbClr val="627185"/>
                </a:solidFill>
                <a:latin typeface="Microsoft YaHei"/>
                <a:ea typeface="Microsoft YaHei"/>
                <a:cs typeface="Microsoft YaHei"/>
              </a:defRPr>
            </a:lvl3pPr>
            <a:lvl4pPr>
              <a:defRPr sz="1350" b="0">
                <a:solidFill>
                  <a:srgbClr val="627185"/>
                </a:solidFill>
                <a:latin typeface="Microsoft YaHei"/>
                <a:ea typeface="Microsoft YaHei"/>
                <a:cs typeface="Microsoft YaHei"/>
              </a:defRPr>
            </a:lvl4pPr>
            <a:lvl5pPr>
              <a:defRPr sz="1350" b="0">
                <a:solidFill>
                  <a:srgbClr val="627185"/>
                </a:solidFill>
                <a:latin typeface="Microsoft YaHei"/>
                <a:ea typeface="Microsoft YaHei"/>
                <a:cs typeface="Microsoft YaHei"/>
              </a:defRPr>
            </a:lvl5pPr>
            <a:lvl6pPr>
              <a:defRPr sz="1350" b="0">
                <a:solidFill>
                  <a:srgbClr val="627185"/>
                </a:solidFill>
                <a:latin typeface="Microsoft YaHei"/>
                <a:ea typeface="Microsoft YaHei"/>
                <a:cs typeface="Microsoft YaHei"/>
              </a:defRPr>
            </a:lvl6pPr>
            <a:lvl7pPr>
              <a:defRPr sz="1350" b="0">
                <a:solidFill>
                  <a:srgbClr val="627185"/>
                </a:solidFill>
                <a:latin typeface="Microsoft YaHei"/>
                <a:ea typeface="Microsoft YaHei"/>
                <a:cs typeface="Microsoft YaHei"/>
              </a:defRPr>
            </a:lvl7pPr>
            <a:lvl8pPr>
              <a:defRPr sz="1350" b="0">
                <a:solidFill>
                  <a:srgbClr val="627185"/>
                </a:solidFill>
                <a:latin typeface="Microsoft YaHei"/>
                <a:ea typeface="Microsoft YaHei"/>
                <a:cs typeface="Microsoft YaHei"/>
              </a:defRPr>
            </a:lvl8pPr>
            <a:lvl9pPr>
              <a:defRPr sz="1350" b="0">
                <a:solidFill>
                  <a:srgbClr val="627185"/>
                </a:solidFill>
                <a:latin typeface="Microsoft YaHei"/>
                <a:ea typeface="Microsoft YaHei"/>
                <a:cs typeface="Microsoft YaHei"/>
              </a:defRPr>
            </a:lvl9pPr>
          </a:lstStyle>
          <a:p xmlns:a="http://schemas.openxmlformats.org/drawingml/2006/main">
            <a:pPr>
              <a:defRPr sz="1350" b="0">
                <a:solidFill>
                  <a:srgbClr val="627185"/>
                </a:solidFill>
                <a:latin typeface="Microsoft YaHei"/>
                <a:ea typeface="Microsoft YaHei"/>
                <a:cs typeface="Microsoft YaHei"/>
              </a:defRPr>
            </a:pPr>
            <a:r>
              <a:rPr sz="1350" b="0">
                <a:solidFill>
                  <a:srgbClr val="627185"/>
                </a:solidFill>
                <a:latin typeface="Microsoft YaHei"/>
                <a:ea typeface="Microsoft YaHei"/>
                <a:cs typeface="Microsoft YaHei"/>
              </a:rPr>
              <a:t>Trigger</a:t>
            </a:r>
          </a:p>
        </p:txBody>
      </p:sp>
      <p:sp>
        <p:nvSpPr>
          <p:cNvPr id="25" name="">
            <a:extLst xmlns:a="http://schemas.openxmlformats.org/drawingml/2006/main">
              <a:ext uri="{FF2B5EF4-FFF2-40B4-BE49-F238E27FC236}">
                <a16:creationId xmlns:a16="http://schemas.microsoft.com/office/drawing/2014/main" id="{0EE3F1EE-0130-4944-882E-B3940EAB5376}"/>
              </a:ext>
            </a:extLst>
          </p:cNvPr>
          <p:cNvSpPr>
            <a:spLocks xmlns:a="http://schemas.openxmlformats.org/drawingml/2006/main" noGrp="1"/>
          </p:cNvSpPr>
          <p:nvPr/>
        </p:nvSpPr>
        <p:spPr>
          <a:xfrm xmlns:a="http://schemas.openxmlformats.org/drawingml/2006/main">
            <a:off x="6305550" y="27527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315FBB"/>
                </a:solidFill>
                <a:latin typeface="Microsoft YaHei"/>
                <a:ea typeface="Microsoft YaHei"/>
                <a:cs typeface="Microsoft YaHei"/>
              </a:defRPr>
            </a:defPPr>
            <a:lvl1pPr>
              <a:defRPr sz="1500" b="1">
                <a:solidFill>
                  <a:srgbClr val="315FBB"/>
                </a:solidFill>
                <a:latin typeface="Microsoft YaHei"/>
                <a:ea typeface="Microsoft YaHei"/>
                <a:cs typeface="Microsoft YaHei"/>
              </a:defRPr>
            </a:lvl1pPr>
            <a:lvl2pPr>
              <a:defRPr sz="1500" b="1">
                <a:solidFill>
                  <a:srgbClr val="315FBB"/>
                </a:solidFill>
                <a:latin typeface="Microsoft YaHei"/>
                <a:ea typeface="Microsoft YaHei"/>
                <a:cs typeface="Microsoft YaHei"/>
              </a:defRPr>
            </a:lvl2pPr>
            <a:lvl3pPr>
              <a:defRPr sz="1500" b="1">
                <a:solidFill>
                  <a:srgbClr val="315FBB"/>
                </a:solidFill>
                <a:latin typeface="Microsoft YaHei"/>
                <a:ea typeface="Microsoft YaHei"/>
                <a:cs typeface="Microsoft YaHei"/>
              </a:defRPr>
            </a:lvl3pPr>
            <a:lvl4pPr>
              <a:defRPr sz="1500" b="1">
                <a:solidFill>
                  <a:srgbClr val="315FBB"/>
                </a:solidFill>
                <a:latin typeface="Microsoft YaHei"/>
                <a:ea typeface="Microsoft YaHei"/>
                <a:cs typeface="Microsoft YaHei"/>
              </a:defRPr>
            </a:lvl4pPr>
            <a:lvl5pPr>
              <a:defRPr sz="1500" b="1">
                <a:solidFill>
                  <a:srgbClr val="315FBB"/>
                </a:solidFill>
                <a:latin typeface="Microsoft YaHei"/>
                <a:ea typeface="Microsoft YaHei"/>
                <a:cs typeface="Microsoft YaHei"/>
              </a:defRPr>
            </a:lvl5pPr>
            <a:lvl6pPr>
              <a:defRPr sz="1500" b="1">
                <a:solidFill>
                  <a:srgbClr val="315FBB"/>
                </a:solidFill>
                <a:latin typeface="Microsoft YaHei"/>
                <a:ea typeface="Microsoft YaHei"/>
                <a:cs typeface="Microsoft YaHei"/>
              </a:defRPr>
            </a:lvl6pPr>
            <a:lvl7pPr>
              <a:defRPr sz="1500" b="1">
                <a:solidFill>
                  <a:srgbClr val="315FBB"/>
                </a:solidFill>
                <a:latin typeface="Microsoft YaHei"/>
                <a:ea typeface="Microsoft YaHei"/>
                <a:cs typeface="Microsoft YaHei"/>
              </a:defRPr>
            </a:lvl7pPr>
            <a:lvl8pPr>
              <a:defRPr sz="1500" b="1">
                <a:solidFill>
                  <a:srgbClr val="315FBB"/>
                </a:solidFill>
                <a:latin typeface="Microsoft YaHei"/>
                <a:ea typeface="Microsoft YaHei"/>
                <a:cs typeface="Microsoft YaHei"/>
              </a:defRPr>
            </a:lvl8pPr>
            <a:lvl9pPr>
              <a:defRPr sz="1500" b="1">
                <a:solidFill>
                  <a:srgbClr val="315FBB"/>
                </a:solidFill>
                <a:latin typeface="Microsoft YaHei"/>
                <a:ea typeface="Microsoft YaHei"/>
                <a:cs typeface="Microsoft YaHei"/>
              </a:defRPr>
            </a:lvl9pPr>
          </a:lstStyle>
          <a:p xmlns:a="http://schemas.openxmlformats.org/drawingml/2006/main">
            <a:pPr>
              <a:defRPr sz="1500" b="1">
                <a:solidFill>
                  <a:srgbClr val="315FBB"/>
                </a:solidFill>
                <a:latin typeface="Microsoft YaHei"/>
                <a:ea typeface="Microsoft YaHei"/>
                <a:cs typeface="Microsoft YaHei"/>
              </a:defRPr>
            </a:pPr>
            <a:r>
              <a:rPr sz="1500" b="1">
                <a:solidFill>
                  <a:srgbClr val="315FBB"/>
                </a:solidFill>
                <a:latin typeface="Microsoft YaHei"/>
                <a:ea typeface="Microsoft YaHei"/>
                <a:cs typeface="Microsoft YaHei"/>
              </a:rPr>
              <a:t>Read run config</a:t>
            </a:r>
          </a:p>
        </p:txBody>
      </p:sp>
      <p:sp>
        <p:nvSpPr>
          <p:cNvPr id="26" name="">
            <a:extLst xmlns:a="http://schemas.openxmlformats.org/drawingml/2006/main">
              <a:ext uri="{FF2B5EF4-FFF2-40B4-BE49-F238E27FC236}">
                <a16:creationId xmlns:a16="http://schemas.microsoft.com/office/drawing/2014/main" id="{B04D9589-325C-48C2-82D1-7A86A54D7355}"/>
              </a:ext>
            </a:extLst>
          </p:cNvPr>
          <p:cNvSpPr>
            <a:spLocks xmlns:a="http://schemas.openxmlformats.org/drawingml/2006/main" noGrp="1"/>
          </p:cNvSpPr>
          <p:nvPr/>
        </p:nvSpPr>
        <p:spPr>
          <a:xfrm xmlns:a="http://schemas.openxmlformats.org/drawingml/2006/main">
            <a:off x="10306050" y="4886325"/>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185"/>
                </a:solidFill>
                <a:latin typeface="Microsoft YaHei"/>
                <a:ea typeface="Microsoft YaHei"/>
                <a:cs typeface="Microsoft YaHei"/>
              </a:defRPr>
            </a:defPPr>
            <a:lvl1pPr>
              <a:defRPr sz="1275" b="0">
                <a:solidFill>
                  <a:srgbClr val="627185"/>
                </a:solidFill>
                <a:latin typeface="Microsoft YaHei"/>
                <a:ea typeface="Microsoft YaHei"/>
                <a:cs typeface="Microsoft YaHei"/>
              </a:defRPr>
            </a:lvl1pPr>
            <a:lvl2pPr>
              <a:defRPr sz="1275" b="0">
                <a:solidFill>
                  <a:srgbClr val="627185"/>
                </a:solidFill>
                <a:latin typeface="Microsoft YaHei"/>
                <a:ea typeface="Microsoft YaHei"/>
                <a:cs typeface="Microsoft YaHei"/>
              </a:defRPr>
            </a:lvl2pPr>
            <a:lvl3pPr>
              <a:defRPr sz="1275" b="0">
                <a:solidFill>
                  <a:srgbClr val="627185"/>
                </a:solidFill>
                <a:latin typeface="Microsoft YaHei"/>
                <a:ea typeface="Microsoft YaHei"/>
                <a:cs typeface="Microsoft YaHei"/>
              </a:defRPr>
            </a:lvl3pPr>
            <a:lvl4pPr>
              <a:defRPr sz="1275" b="0">
                <a:solidFill>
                  <a:srgbClr val="627185"/>
                </a:solidFill>
                <a:latin typeface="Microsoft YaHei"/>
                <a:ea typeface="Microsoft YaHei"/>
                <a:cs typeface="Microsoft YaHei"/>
              </a:defRPr>
            </a:lvl4pPr>
            <a:lvl5pPr>
              <a:defRPr sz="1275" b="0">
                <a:solidFill>
                  <a:srgbClr val="627185"/>
                </a:solidFill>
                <a:latin typeface="Microsoft YaHei"/>
                <a:ea typeface="Microsoft YaHei"/>
                <a:cs typeface="Microsoft YaHei"/>
              </a:defRPr>
            </a:lvl5pPr>
            <a:lvl6pPr>
              <a:defRPr sz="1275" b="0">
                <a:solidFill>
                  <a:srgbClr val="627185"/>
                </a:solidFill>
                <a:latin typeface="Microsoft YaHei"/>
                <a:ea typeface="Microsoft YaHei"/>
                <a:cs typeface="Microsoft YaHei"/>
              </a:defRPr>
            </a:lvl6pPr>
            <a:lvl7pPr>
              <a:defRPr sz="1275" b="0">
                <a:solidFill>
                  <a:srgbClr val="627185"/>
                </a:solidFill>
                <a:latin typeface="Microsoft YaHei"/>
                <a:ea typeface="Microsoft YaHei"/>
                <a:cs typeface="Microsoft YaHei"/>
              </a:defRPr>
            </a:lvl7pPr>
            <a:lvl8pPr>
              <a:defRPr sz="1275" b="0">
                <a:solidFill>
                  <a:srgbClr val="627185"/>
                </a:solidFill>
                <a:latin typeface="Microsoft YaHei"/>
                <a:ea typeface="Microsoft YaHei"/>
                <a:cs typeface="Microsoft YaHei"/>
              </a:defRPr>
            </a:lvl8pPr>
            <a:lvl9pPr>
              <a:defRPr sz="1275" b="0">
                <a:solidFill>
                  <a:srgbClr val="627185"/>
                </a:solidFill>
                <a:latin typeface="Microsoft YaHei"/>
                <a:ea typeface="Microsoft YaHei"/>
                <a:cs typeface="Microsoft YaHei"/>
              </a:defRPr>
            </a:lvl9pPr>
          </a:lstStyle>
          <a:p xmlns:a="http://schemas.openxmlformats.org/drawingml/2006/main">
            <a:pPr>
              <a:defRPr sz="1275" b="0">
                <a:solidFill>
                  <a:srgbClr val="627185"/>
                </a:solidFill>
                <a:latin typeface="Microsoft YaHei"/>
                <a:ea typeface="Microsoft YaHei"/>
                <a:cs typeface="Microsoft YaHei"/>
              </a:defRPr>
            </a:pPr>
            <a:r>
              <a:rPr sz="1275" b="0">
                <a:solidFill>
                  <a:srgbClr val="627185"/>
                </a:solidFill>
                <a:latin typeface="Microsoft YaHei"/>
                <a:ea typeface="Microsoft YaHei"/>
                <a:cs typeface="Microsoft YaHei"/>
              </a:rPr>
              <a:t>Guardrail request</a:t>
            </a:r>
          </a:p>
        </p:txBody>
      </p:sp>
      <p:sp>
        <p:nvSpPr>
          <p:cNvPr id="27" name="">
            <a:extLst xmlns:a="http://schemas.openxmlformats.org/drawingml/2006/main">
              <a:ext uri="{FF2B5EF4-FFF2-40B4-BE49-F238E27FC236}">
                <a16:creationId xmlns:a16="http://schemas.microsoft.com/office/drawing/2014/main" id="{DB56EF61-B11C-4B52-8E8A-681689AFE747}"/>
              </a:ext>
            </a:extLst>
          </p:cNvPr>
          <p:cNvSpPr>
            <a:spLocks xmlns:a="http://schemas.openxmlformats.org/drawingml/2006/main" noGrp="1"/>
          </p:cNvSpPr>
          <p:nvPr/>
        </p:nvSpPr>
        <p:spPr>
          <a:xfrm xmlns:a="http://schemas.openxmlformats.org/drawingml/2006/main">
            <a:off x="6191250" y="3790950"/>
            <a:ext cx="2333625" cy="685800"/>
          </a:xfrm>
          <a:prstGeom xmlns:a="http://schemas.openxmlformats.org/drawingml/2006/main" prst="rect">
            <a:avLst/>
          </a:prstGeom>
          <a:solidFill xmlns:a="http://schemas.openxmlformats.org/drawingml/2006/main">
            <a:srgbClr val="EDF3FC"/>
          </a:solidFill>
          <a:ln xmlns:a="http://schemas.openxmlformats.org/drawingml/2006/main" w="14288">
            <a:solidFill>
              <a:srgbClr val="315FBB"/>
            </a:solidFill>
          </a:ln>
        </p:spPr>
      </p:sp>
      <p:sp>
        <p:nvSpPr>
          <p:cNvPr id="28" name="">
            <a:extLst xmlns:a="http://schemas.openxmlformats.org/drawingml/2006/main">
              <a:ext uri="{FF2B5EF4-FFF2-40B4-BE49-F238E27FC236}">
                <a16:creationId xmlns:a16="http://schemas.microsoft.com/office/drawing/2014/main" id="{1C31263B-BEB9-4555-B7FF-FEE690BB7826}"/>
              </a:ext>
            </a:extLst>
          </p:cNvPr>
          <p:cNvSpPr>
            <a:spLocks xmlns:a="http://schemas.openxmlformats.org/drawingml/2006/main" noGrp="1"/>
          </p:cNvSpPr>
          <p:nvPr/>
        </p:nvSpPr>
        <p:spPr>
          <a:xfrm xmlns:a="http://schemas.openxmlformats.org/drawingml/2006/main">
            <a:off x="6324600" y="3867150"/>
            <a:ext cx="20669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315FBB"/>
                </a:solidFill>
                <a:latin typeface="Microsoft YaHei"/>
                <a:ea typeface="Microsoft YaHei"/>
                <a:cs typeface="Microsoft YaHei"/>
              </a:defRPr>
            </a:defPPr>
            <a:lvl1pPr>
              <a:defRPr sz="1575" b="1">
                <a:solidFill>
                  <a:srgbClr val="315FBB"/>
                </a:solidFill>
                <a:latin typeface="Microsoft YaHei"/>
                <a:ea typeface="Microsoft YaHei"/>
                <a:cs typeface="Microsoft YaHei"/>
              </a:defRPr>
            </a:lvl1pPr>
            <a:lvl2pPr>
              <a:defRPr sz="1575" b="1">
                <a:solidFill>
                  <a:srgbClr val="315FBB"/>
                </a:solidFill>
                <a:latin typeface="Microsoft YaHei"/>
                <a:ea typeface="Microsoft YaHei"/>
                <a:cs typeface="Microsoft YaHei"/>
              </a:defRPr>
            </a:lvl2pPr>
            <a:lvl3pPr>
              <a:defRPr sz="1575" b="1">
                <a:solidFill>
                  <a:srgbClr val="315FBB"/>
                </a:solidFill>
                <a:latin typeface="Microsoft YaHei"/>
                <a:ea typeface="Microsoft YaHei"/>
                <a:cs typeface="Microsoft YaHei"/>
              </a:defRPr>
            </a:lvl3pPr>
            <a:lvl4pPr>
              <a:defRPr sz="1575" b="1">
                <a:solidFill>
                  <a:srgbClr val="315FBB"/>
                </a:solidFill>
                <a:latin typeface="Microsoft YaHei"/>
                <a:ea typeface="Microsoft YaHei"/>
                <a:cs typeface="Microsoft YaHei"/>
              </a:defRPr>
            </a:lvl4pPr>
            <a:lvl5pPr>
              <a:defRPr sz="1575" b="1">
                <a:solidFill>
                  <a:srgbClr val="315FBB"/>
                </a:solidFill>
                <a:latin typeface="Microsoft YaHei"/>
                <a:ea typeface="Microsoft YaHei"/>
                <a:cs typeface="Microsoft YaHei"/>
              </a:defRPr>
            </a:lvl5pPr>
            <a:lvl6pPr>
              <a:defRPr sz="1575" b="1">
                <a:solidFill>
                  <a:srgbClr val="315FBB"/>
                </a:solidFill>
                <a:latin typeface="Microsoft YaHei"/>
                <a:ea typeface="Microsoft YaHei"/>
                <a:cs typeface="Microsoft YaHei"/>
              </a:defRPr>
            </a:lvl6pPr>
            <a:lvl7pPr>
              <a:defRPr sz="1575" b="1">
                <a:solidFill>
                  <a:srgbClr val="315FBB"/>
                </a:solidFill>
                <a:latin typeface="Microsoft YaHei"/>
                <a:ea typeface="Microsoft YaHei"/>
                <a:cs typeface="Microsoft YaHei"/>
              </a:defRPr>
            </a:lvl7pPr>
            <a:lvl8pPr>
              <a:defRPr sz="1575" b="1">
                <a:solidFill>
                  <a:srgbClr val="315FBB"/>
                </a:solidFill>
                <a:latin typeface="Microsoft YaHei"/>
                <a:ea typeface="Microsoft YaHei"/>
                <a:cs typeface="Microsoft YaHei"/>
              </a:defRPr>
            </a:lvl8pPr>
            <a:lvl9pPr>
              <a:defRPr sz="1575" b="1">
                <a:solidFill>
                  <a:srgbClr val="315FBB"/>
                </a:solidFill>
                <a:latin typeface="Microsoft YaHei"/>
                <a:ea typeface="Microsoft YaHei"/>
                <a:cs typeface="Microsoft YaHei"/>
              </a:defRPr>
            </a:lvl9pPr>
          </a:lstStyle>
          <a:p xmlns:a="http://schemas.openxmlformats.org/drawingml/2006/main">
            <a:pPr>
              <a:defRPr sz="1575" b="1">
                <a:solidFill>
                  <a:srgbClr val="315FBB"/>
                </a:solidFill>
                <a:latin typeface="Microsoft YaHei"/>
                <a:ea typeface="Microsoft YaHei"/>
                <a:cs typeface="Microsoft YaHei"/>
              </a:defRPr>
            </a:pPr>
            <a:r>
              <a:rPr sz="1575" b="1">
                <a:solidFill>
                  <a:srgbClr val="315FBB"/>
                </a:solidFill>
                <a:latin typeface="Microsoft YaHei"/>
                <a:ea typeface="Microsoft YaHei"/>
                <a:cs typeface="Microsoft YaHei"/>
              </a:rPr>
              <a:t>LLM Interceptor</a:t>
            </a:r>
          </a:p>
        </p:txBody>
      </p:sp>
      <p:sp>
        <p:nvSpPr>
          <p:cNvPr id="29" name="">
            <a:extLst xmlns:a="http://schemas.openxmlformats.org/drawingml/2006/main">
              <a:ext uri="{FF2B5EF4-FFF2-40B4-BE49-F238E27FC236}">
                <a16:creationId xmlns:a16="http://schemas.microsoft.com/office/drawing/2014/main" id="{EB7815D1-4A35-417C-B0BB-8AA06ADD13CB}"/>
              </a:ext>
            </a:extLst>
          </p:cNvPr>
          <p:cNvSpPr>
            <a:spLocks xmlns:a="http://schemas.openxmlformats.org/drawingml/2006/main" noGrp="1"/>
          </p:cNvSpPr>
          <p:nvPr/>
        </p:nvSpPr>
        <p:spPr>
          <a:xfrm xmlns:a="http://schemas.openxmlformats.org/drawingml/2006/main">
            <a:off x="6324600" y="4191000"/>
            <a:ext cx="20669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185"/>
                </a:solidFill>
                <a:latin typeface="Microsoft YaHei"/>
                <a:ea typeface="Microsoft YaHei"/>
                <a:cs typeface="Microsoft YaHei"/>
              </a:defRPr>
            </a:defPPr>
            <a:lvl1pPr>
              <a:defRPr sz="1275" b="0">
                <a:solidFill>
                  <a:srgbClr val="627185"/>
                </a:solidFill>
                <a:latin typeface="Microsoft YaHei"/>
                <a:ea typeface="Microsoft YaHei"/>
                <a:cs typeface="Microsoft YaHei"/>
              </a:defRPr>
            </a:lvl1pPr>
            <a:lvl2pPr>
              <a:defRPr sz="1275" b="0">
                <a:solidFill>
                  <a:srgbClr val="627185"/>
                </a:solidFill>
                <a:latin typeface="Microsoft YaHei"/>
                <a:ea typeface="Microsoft YaHei"/>
                <a:cs typeface="Microsoft YaHei"/>
              </a:defRPr>
            </a:lvl2pPr>
            <a:lvl3pPr>
              <a:defRPr sz="1275" b="0">
                <a:solidFill>
                  <a:srgbClr val="627185"/>
                </a:solidFill>
                <a:latin typeface="Microsoft YaHei"/>
                <a:ea typeface="Microsoft YaHei"/>
                <a:cs typeface="Microsoft YaHei"/>
              </a:defRPr>
            </a:lvl3pPr>
            <a:lvl4pPr>
              <a:defRPr sz="1275" b="0">
                <a:solidFill>
                  <a:srgbClr val="627185"/>
                </a:solidFill>
                <a:latin typeface="Microsoft YaHei"/>
                <a:ea typeface="Microsoft YaHei"/>
                <a:cs typeface="Microsoft YaHei"/>
              </a:defRPr>
            </a:lvl4pPr>
            <a:lvl5pPr>
              <a:defRPr sz="1275" b="0">
                <a:solidFill>
                  <a:srgbClr val="627185"/>
                </a:solidFill>
                <a:latin typeface="Microsoft YaHei"/>
                <a:ea typeface="Microsoft YaHei"/>
                <a:cs typeface="Microsoft YaHei"/>
              </a:defRPr>
            </a:lvl5pPr>
            <a:lvl6pPr>
              <a:defRPr sz="1275" b="0">
                <a:solidFill>
                  <a:srgbClr val="627185"/>
                </a:solidFill>
                <a:latin typeface="Microsoft YaHei"/>
                <a:ea typeface="Microsoft YaHei"/>
                <a:cs typeface="Microsoft YaHei"/>
              </a:defRPr>
            </a:lvl6pPr>
            <a:lvl7pPr>
              <a:defRPr sz="1275" b="0">
                <a:solidFill>
                  <a:srgbClr val="627185"/>
                </a:solidFill>
                <a:latin typeface="Microsoft YaHei"/>
                <a:ea typeface="Microsoft YaHei"/>
                <a:cs typeface="Microsoft YaHei"/>
              </a:defRPr>
            </a:lvl7pPr>
            <a:lvl8pPr>
              <a:defRPr sz="1275" b="0">
                <a:solidFill>
                  <a:srgbClr val="627185"/>
                </a:solidFill>
                <a:latin typeface="Microsoft YaHei"/>
                <a:ea typeface="Microsoft YaHei"/>
                <a:cs typeface="Microsoft YaHei"/>
              </a:defRPr>
            </a:lvl8pPr>
            <a:lvl9pPr>
              <a:defRPr sz="1275" b="0">
                <a:solidFill>
                  <a:srgbClr val="627185"/>
                </a:solidFill>
                <a:latin typeface="Microsoft YaHei"/>
                <a:ea typeface="Microsoft YaHei"/>
                <a:cs typeface="Microsoft YaHei"/>
              </a:defRPr>
            </a:lvl9pPr>
          </a:lstStyle>
          <a:p xmlns:a="http://schemas.openxmlformats.org/drawingml/2006/main">
            <a:pPr>
              <a:defRPr sz="1275" b="0">
                <a:solidFill>
                  <a:srgbClr val="627185"/>
                </a:solidFill>
                <a:latin typeface="Microsoft YaHei"/>
                <a:ea typeface="Microsoft YaHei"/>
                <a:cs typeface="Microsoft YaHei"/>
              </a:defRPr>
            </a:pPr>
            <a:r>
              <a:rPr sz="1275" b="0">
                <a:solidFill>
                  <a:srgbClr val="627185"/>
                </a:solidFill>
                <a:latin typeface="Microsoft YaHei"/>
                <a:ea typeface="Microsoft YaHei"/>
                <a:cs typeface="Microsoft YaHei"/>
              </a:rPr>
              <a:t>Config-based routing</a:t>
            </a:r>
          </a:p>
        </p:txBody>
      </p:sp>
      <p:cxnSp>
        <p:nvCxnSpPr>
          <p:cNvPr id="30" name="">
            <a:extLst xmlns:a="http://schemas.openxmlformats.org/drawingml/2006/main">
              <a:ext uri="{FF2B5EF4-FFF2-40B4-BE49-F238E27FC236}">
                <a16:creationId xmlns:a16="http://schemas.microsoft.com/office/drawing/2014/main" id="{A9CFF5EE-BA9D-4BC2-9EE2-C3CDBE71D3D6}"/>
              </a:ext>
            </a:extLst>
          </p:cNvPr>
          <p:cNvCxnSpPr/>
          <p:nvPr/>
        </p:nvCxnSpPr>
        <p:spPr>
          <a:xfrm xmlns:a="http://schemas.openxmlformats.org/drawingml/2006/main" flipH="0" flipV="0">
            <a:off x="3181350" y="2143125"/>
            <a:ext cx="1200150" cy="0"/>
          </a:xfrm>
          <a:prstGeom xmlns:a="http://schemas.openxmlformats.org/drawingml/2006/main" prst="straightConnector1">
            <a:avLst/>
          </a:prstGeom>
          <a:ln xmlns:a="http://schemas.openxmlformats.org/drawingml/2006/main" w="19050">
            <a:solidFill>
              <a:srgbClr val="96A1AF"/>
            </a:solidFill>
            <a:prstDash val="dash"/>
            <a:tailEnd type="arrow" w="med" len="med"/>
          </a:ln>
        </p:spPr>
      </p:cxnSp>
      <p:cxnSp>
        <p:nvCxnSpPr>
          <p:cNvPr id="31" name="">
            <a:extLst xmlns:a="http://schemas.openxmlformats.org/drawingml/2006/main">
              <a:ext uri="{FF2B5EF4-FFF2-40B4-BE49-F238E27FC236}">
                <a16:creationId xmlns:a16="http://schemas.microsoft.com/office/drawing/2014/main" id="{F804F497-EB20-4A90-B561-DD7744390410}"/>
              </a:ext>
            </a:extLst>
          </p:cNvPr>
          <p:cNvCxnSpPr/>
          <p:nvPr/>
        </p:nvCxnSpPr>
        <p:spPr>
          <a:xfrm xmlns:a="http://schemas.openxmlformats.org/drawingml/2006/main" flipH="0" flipV="1">
            <a:off x="6096000" y="2571750"/>
            <a:ext cx="0" cy="714375"/>
          </a:xfrm>
          <a:prstGeom xmlns:a="http://schemas.openxmlformats.org/drawingml/2006/main" prst="straightConnector1">
            <a:avLst/>
          </a:prstGeom>
          <a:ln xmlns:a="http://schemas.openxmlformats.org/drawingml/2006/main" w="19050">
            <a:solidFill>
              <a:srgbClr val="315FBB"/>
            </a:solidFill>
            <a:prstDash val="solid"/>
            <a:tailEnd type="arrow" w="med" len="med"/>
          </a:ln>
        </p:spPr>
      </p:cxnSp>
      <p:cxnSp>
        <p:nvCxnSpPr>
          <p:cNvPr id="32" name="">
            <a:extLst xmlns:a="http://schemas.openxmlformats.org/drawingml/2006/main">
              <a:ext uri="{FF2B5EF4-FFF2-40B4-BE49-F238E27FC236}">
                <a16:creationId xmlns:a16="http://schemas.microsoft.com/office/drawing/2014/main" id="{5367DB0E-7819-4B35-9FED-E417D6B385AC}"/>
              </a:ext>
            </a:extLst>
          </p:cNvPr>
          <p:cNvCxnSpPr/>
          <p:nvPr/>
        </p:nvCxnSpPr>
        <p:spPr>
          <a:xfrm xmlns:a="http://schemas.openxmlformats.org/drawingml/2006/main" flipH="0" flipV="1">
            <a:off x="2038350" y="3905250"/>
            <a:ext cx="0" cy="1476375"/>
          </a:xfrm>
          <a:prstGeom xmlns:a="http://schemas.openxmlformats.org/drawingml/2006/main" prst="straightConnector1">
            <a:avLst/>
          </a:prstGeom>
          <a:ln xmlns:a="http://schemas.openxmlformats.org/drawingml/2006/main" w="19050">
            <a:solidFill>
              <a:srgbClr val="21745F"/>
            </a:solidFill>
            <a:prstDash val="solid"/>
            <a:tailEnd type="none" w="med" len="med"/>
          </a:ln>
        </p:spPr>
      </p:cxnSp>
      <p:cxnSp>
        <p:nvCxnSpPr>
          <p:cNvPr id="33" name="">
            <a:extLst xmlns:a="http://schemas.openxmlformats.org/drawingml/2006/main">
              <a:ext uri="{FF2B5EF4-FFF2-40B4-BE49-F238E27FC236}">
                <a16:creationId xmlns:a16="http://schemas.microsoft.com/office/drawing/2014/main" id="{EC7899ED-B0DC-46A4-91A9-FAF9F7DBCFC6}"/>
              </a:ext>
            </a:extLst>
          </p:cNvPr>
          <p:cNvCxnSpPr/>
          <p:nvPr/>
        </p:nvCxnSpPr>
        <p:spPr>
          <a:xfrm xmlns:a="http://schemas.openxmlformats.org/drawingml/2006/main" flipH="0" flipV="0">
            <a:off x="2038350" y="3905250"/>
            <a:ext cx="1771650" cy="0"/>
          </a:xfrm>
          <a:prstGeom xmlns:a="http://schemas.openxmlformats.org/drawingml/2006/main" prst="straightConnector1">
            <a:avLst/>
          </a:prstGeom>
          <a:ln xmlns:a="http://schemas.openxmlformats.org/drawingml/2006/main" w="19050">
            <a:solidFill>
              <a:srgbClr val="21745F"/>
            </a:solidFill>
            <a:prstDash val="solid"/>
            <a:tailEnd type="arrow" w="med" len="med"/>
          </a:ln>
        </p:spPr>
      </p:cxnSp>
      <p:sp>
        <p:nvSpPr>
          <p:cNvPr id="34" name="">
            <a:extLst xmlns:a="http://schemas.openxmlformats.org/drawingml/2006/main">
              <a:ext uri="{FF2B5EF4-FFF2-40B4-BE49-F238E27FC236}">
                <a16:creationId xmlns:a16="http://schemas.microsoft.com/office/drawing/2014/main" id="{91F6D9A9-2A99-42A7-8015-DD39FDA2C764}"/>
              </a:ext>
            </a:extLst>
          </p:cNvPr>
          <p:cNvSpPr>
            <a:spLocks xmlns:a="http://schemas.openxmlformats.org/drawingml/2006/main" noGrp="1"/>
          </p:cNvSpPr>
          <p:nvPr/>
        </p:nvSpPr>
        <p:spPr>
          <a:xfrm xmlns:a="http://schemas.openxmlformats.org/drawingml/2006/main">
            <a:off x="2238375" y="4048125"/>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21745F"/>
                </a:solidFill>
                <a:latin typeface="Microsoft YaHei"/>
                <a:ea typeface="Microsoft YaHei"/>
                <a:cs typeface="Microsoft YaHei"/>
              </a:defRPr>
            </a:defPPr>
            <a:lvl1pPr>
              <a:defRPr sz="1500" b="1">
                <a:solidFill>
                  <a:srgbClr val="21745F"/>
                </a:solidFill>
                <a:latin typeface="Microsoft YaHei"/>
                <a:ea typeface="Microsoft YaHei"/>
                <a:cs typeface="Microsoft YaHei"/>
              </a:defRPr>
            </a:lvl1pPr>
            <a:lvl2pPr>
              <a:defRPr sz="1500" b="1">
                <a:solidFill>
                  <a:srgbClr val="21745F"/>
                </a:solidFill>
                <a:latin typeface="Microsoft YaHei"/>
                <a:ea typeface="Microsoft YaHei"/>
                <a:cs typeface="Microsoft YaHei"/>
              </a:defRPr>
            </a:lvl2pPr>
            <a:lvl3pPr>
              <a:defRPr sz="1500" b="1">
                <a:solidFill>
                  <a:srgbClr val="21745F"/>
                </a:solidFill>
                <a:latin typeface="Microsoft YaHei"/>
                <a:ea typeface="Microsoft YaHei"/>
                <a:cs typeface="Microsoft YaHei"/>
              </a:defRPr>
            </a:lvl3pPr>
            <a:lvl4pPr>
              <a:defRPr sz="1500" b="1">
                <a:solidFill>
                  <a:srgbClr val="21745F"/>
                </a:solidFill>
                <a:latin typeface="Microsoft YaHei"/>
                <a:ea typeface="Microsoft YaHei"/>
                <a:cs typeface="Microsoft YaHei"/>
              </a:defRPr>
            </a:lvl4pPr>
            <a:lvl5pPr>
              <a:defRPr sz="1500" b="1">
                <a:solidFill>
                  <a:srgbClr val="21745F"/>
                </a:solidFill>
                <a:latin typeface="Microsoft YaHei"/>
                <a:ea typeface="Microsoft YaHei"/>
                <a:cs typeface="Microsoft YaHei"/>
              </a:defRPr>
            </a:lvl5pPr>
            <a:lvl6pPr>
              <a:defRPr sz="1500" b="1">
                <a:solidFill>
                  <a:srgbClr val="21745F"/>
                </a:solidFill>
                <a:latin typeface="Microsoft YaHei"/>
                <a:ea typeface="Microsoft YaHei"/>
                <a:cs typeface="Microsoft YaHei"/>
              </a:defRPr>
            </a:lvl6pPr>
            <a:lvl7pPr>
              <a:defRPr sz="1500" b="1">
                <a:solidFill>
                  <a:srgbClr val="21745F"/>
                </a:solidFill>
                <a:latin typeface="Microsoft YaHei"/>
                <a:ea typeface="Microsoft YaHei"/>
                <a:cs typeface="Microsoft YaHei"/>
              </a:defRPr>
            </a:lvl7pPr>
            <a:lvl8pPr>
              <a:defRPr sz="1500" b="1">
                <a:solidFill>
                  <a:srgbClr val="21745F"/>
                </a:solidFill>
                <a:latin typeface="Microsoft YaHei"/>
                <a:ea typeface="Microsoft YaHei"/>
                <a:cs typeface="Microsoft YaHei"/>
              </a:defRPr>
            </a:lvl8pPr>
            <a:lvl9pPr>
              <a:defRPr sz="1500" b="1">
                <a:solidFill>
                  <a:srgbClr val="21745F"/>
                </a:solidFill>
                <a:latin typeface="Microsoft YaHei"/>
                <a:ea typeface="Microsoft YaHei"/>
                <a:cs typeface="Microsoft YaHei"/>
              </a:defRPr>
            </a:lvl9pPr>
          </a:lstStyle>
          <a:p xmlns:a="http://schemas.openxmlformats.org/drawingml/2006/main">
            <a:pPr>
              <a:defRPr sz="1500" b="1">
                <a:solidFill>
                  <a:srgbClr val="21745F"/>
                </a:solidFill>
                <a:latin typeface="Microsoft YaHei"/>
                <a:ea typeface="Microsoft YaHei"/>
                <a:cs typeface="Microsoft YaHei"/>
              </a:defRPr>
            </a:pPr>
            <a:r>
              <a:rPr sz="1500" b="1">
                <a:solidFill>
                  <a:srgbClr val="21745F"/>
                </a:solidFill>
                <a:latin typeface="Microsoft YaHei"/>
                <a:ea typeface="Microsoft YaHei"/>
                <a:cs typeface="Microsoft YaHei"/>
              </a:rPr>
              <a:t>Read Dataset</a:t>
            </a:r>
          </a:p>
        </p:txBody>
      </p:sp>
      <p:cxnSp>
        <p:nvCxnSpPr>
          <p:cNvPr id="35" name="">
            <a:extLst xmlns:a="http://schemas.openxmlformats.org/drawingml/2006/main">
              <a:ext uri="{FF2B5EF4-FFF2-40B4-BE49-F238E27FC236}">
                <a16:creationId xmlns:a16="http://schemas.microsoft.com/office/drawing/2014/main" id="{C4C6FC0F-E1DD-4202-847A-2E87A9639EE2}"/>
              </a:ext>
            </a:extLst>
          </p:cNvPr>
          <p:cNvCxnSpPr/>
          <p:nvPr/>
        </p:nvCxnSpPr>
        <p:spPr>
          <a:xfrm xmlns:a="http://schemas.openxmlformats.org/drawingml/2006/main" flipH="0" flipV="0">
            <a:off x="7381875" y="4476750"/>
            <a:ext cx="0" cy="657225"/>
          </a:xfrm>
          <a:prstGeom xmlns:a="http://schemas.openxmlformats.org/drawingml/2006/main" prst="straightConnector1">
            <a:avLst/>
          </a:prstGeom>
          <a:ln xmlns:a="http://schemas.openxmlformats.org/drawingml/2006/main" w="19050">
            <a:solidFill>
              <a:srgbClr val="315FBB"/>
            </a:solidFill>
            <a:prstDash val="solid"/>
            <a:tailEnd type="none" w="med" len="med"/>
          </a:ln>
        </p:spPr>
      </p:cxnSp>
      <p:cxnSp>
        <p:nvCxnSpPr>
          <p:cNvPr id="36" name="">
            <a:extLst xmlns:a="http://schemas.openxmlformats.org/drawingml/2006/main">
              <a:ext uri="{FF2B5EF4-FFF2-40B4-BE49-F238E27FC236}">
                <a16:creationId xmlns:a16="http://schemas.microsoft.com/office/drawing/2014/main" id="{30B5C8D8-7A48-44A8-A452-A75FE9AE1F81}"/>
              </a:ext>
            </a:extLst>
          </p:cNvPr>
          <p:cNvCxnSpPr/>
          <p:nvPr/>
        </p:nvCxnSpPr>
        <p:spPr>
          <a:xfrm xmlns:a="http://schemas.openxmlformats.org/drawingml/2006/main" flipH="1" flipV="0">
            <a:off x="6096000" y="5133975"/>
            <a:ext cx="1285875" cy="0"/>
          </a:xfrm>
          <a:prstGeom xmlns:a="http://schemas.openxmlformats.org/drawingml/2006/main" prst="straightConnector1">
            <a:avLst/>
          </a:prstGeom>
          <a:ln xmlns:a="http://schemas.openxmlformats.org/drawingml/2006/main" w="19050">
            <a:solidFill>
              <a:srgbClr val="315FBB"/>
            </a:solidFill>
            <a:prstDash val="solid"/>
            <a:tailEnd type="none" w="med" len="med"/>
          </a:ln>
        </p:spPr>
      </p:cxnSp>
      <p:cxnSp>
        <p:nvCxnSpPr>
          <p:cNvPr id="37" name="">
            <a:extLst xmlns:a="http://schemas.openxmlformats.org/drawingml/2006/main">
              <a:ext uri="{FF2B5EF4-FFF2-40B4-BE49-F238E27FC236}">
                <a16:creationId xmlns:a16="http://schemas.microsoft.com/office/drawing/2014/main" id="{4877C2C3-46F6-4DD0-9F0C-8DF66A64238C}"/>
              </a:ext>
            </a:extLst>
          </p:cNvPr>
          <p:cNvCxnSpPr/>
          <p:nvPr/>
        </p:nvCxnSpPr>
        <p:spPr>
          <a:xfrm xmlns:a="http://schemas.openxmlformats.org/drawingml/2006/main" flipH="0" flipV="0">
            <a:off x="6096000" y="5133975"/>
            <a:ext cx="0" cy="247650"/>
          </a:xfrm>
          <a:prstGeom xmlns:a="http://schemas.openxmlformats.org/drawingml/2006/main" prst="straightConnector1">
            <a:avLst/>
          </a:prstGeom>
          <a:ln xmlns:a="http://schemas.openxmlformats.org/drawingml/2006/main" w="19050">
            <a:solidFill>
              <a:srgbClr val="315FBB"/>
            </a:solidFill>
            <a:prstDash val="solid"/>
            <a:tailEnd type="arrow" w="med" len="med"/>
          </a:ln>
        </p:spPr>
      </p:cxnSp>
      <p:sp>
        <p:nvSpPr>
          <p:cNvPr id="38" name="">
            <a:extLst xmlns:a="http://schemas.openxmlformats.org/drawingml/2006/main">
              <a:ext uri="{FF2B5EF4-FFF2-40B4-BE49-F238E27FC236}">
                <a16:creationId xmlns:a16="http://schemas.microsoft.com/office/drawing/2014/main" id="{10AE8B98-41B7-4ED0-95FE-77C9C3483C1D}"/>
              </a:ext>
            </a:extLst>
          </p:cNvPr>
          <p:cNvSpPr>
            <a:spLocks xmlns:a="http://schemas.openxmlformats.org/drawingml/2006/main" noGrp="1"/>
          </p:cNvSpPr>
          <p:nvPr/>
        </p:nvSpPr>
        <p:spPr>
          <a:xfrm xmlns:a="http://schemas.openxmlformats.org/drawingml/2006/main">
            <a:off x="7572375" y="49720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315FBB"/>
                </a:solidFill>
                <a:latin typeface="Microsoft YaHei"/>
                <a:ea typeface="Microsoft YaHei"/>
                <a:cs typeface="Microsoft YaHei"/>
              </a:defRPr>
            </a:defPPr>
            <a:lvl1pPr>
              <a:defRPr sz="1425" b="0">
                <a:solidFill>
                  <a:srgbClr val="315FBB"/>
                </a:solidFill>
                <a:latin typeface="Microsoft YaHei"/>
                <a:ea typeface="Microsoft YaHei"/>
                <a:cs typeface="Microsoft YaHei"/>
              </a:defRPr>
            </a:lvl1pPr>
            <a:lvl2pPr>
              <a:defRPr sz="1425" b="0">
                <a:solidFill>
                  <a:srgbClr val="315FBB"/>
                </a:solidFill>
                <a:latin typeface="Microsoft YaHei"/>
                <a:ea typeface="Microsoft YaHei"/>
                <a:cs typeface="Microsoft YaHei"/>
              </a:defRPr>
            </a:lvl2pPr>
            <a:lvl3pPr>
              <a:defRPr sz="1425" b="0">
                <a:solidFill>
                  <a:srgbClr val="315FBB"/>
                </a:solidFill>
                <a:latin typeface="Microsoft YaHei"/>
                <a:ea typeface="Microsoft YaHei"/>
                <a:cs typeface="Microsoft YaHei"/>
              </a:defRPr>
            </a:lvl3pPr>
            <a:lvl4pPr>
              <a:defRPr sz="1425" b="0">
                <a:solidFill>
                  <a:srgbClr val="315FBB"/>
                </a:solidFill>
                <a:latin typeface="Microsoft YaHei"/>
                <a:ea typeface="Microsoft YaHei"/>
                <a:cs typeface="Microsoft YaHei"/>
              </a:defRPr>
            </a:lvl4pPr>
            <a:lvl5pPr>
              <a:defRPr sz="1425" b="0">
                <a:solidFill>
                  <a:srgbClr val="315FBB"/>
                </a:solidFill>
                <a:latin typeface="Microsoft YaHei"/>
                <a:ea typeface="Microsoft YaHei"/>
                <a:cs typeface="Microsoft YaHei"/>
              </a:defRPr>
            </a:lvl5pPr>
            <a:lvl6pPr>
              <a:defRPr sz="1425" b="0">
                <a:solidFill>
                  <a:srgbClr val="315FBB"/>
                </a:solidFill>
                <a:latin typeface="Microsoft YaHei"/>
                <a:ea typeface="Microsoft YaHei"/>
                <a:cs typeface="Microsoft YaHei"/>
              </a:defRPr>
            </a:lvl6pPr>
            <a:lvl7pPr>
              <a:defRPr sz="1425" b="0">
                <a:solidFill>
                  <a:srgbClr val="315FBB"/>
                </a:solidFill>
                <a:latin typeface="Microsoft YaHei"/>
                <a:ea typeface="Microsoft YaHei"/>
                <a:cs typeface="Microsoft YaHei"/>
              </a:defRPr>
            </a:lvl7pPr>
            <a:lvl8pPr>
              <a:defRPr sz="1425" b="0">
                <a:solidFill>
                  <a:srgbClr val="315FBB"/>
                </a:solidFill>
                <a:latin typeface="Microsoft YaHei"/>
                <a:ea typeface="Microsoft YaHei"/>
                <a:cs typeface="Microsoft YaHei"/>
              </a:defRPr>
            </a:lvl8pPr>
            <a:lvl9pPr>
              <a:defRPr sz="1425" b="0">
                <a:solidFill>
                  <a:srgbClr val="315FBB"/>
                </a:solidFill>
                <a:latin typeface="Microsoft YaHei"/>
                <a:ea typeface="Microsoft YaHei"/>
                <a:cs typeface="Microsoft YaHei"/>
              </a:defRPr>
            </a:lvl9pPr>
          </a:lstStyle>
          <a:p xmlns:a="http://schemas.openxmlformats.org/drawingml/2006/main">
            <a:pPr>
              <a:defRPr sz="1425" b="0">
                <a:solidFill>
                  <a:srgbClr val="315FBB"/>
                </a:solidFill>
                <a:latin typeface="Microsoft YaHei"/>
                <a:ea typeface="Microsoft YaHei"/>
                <a:cs typeface="Microsoft YaHei"/>
              </a:defRPr>
            </a:pPr>
            <a:r>
              <a:rPr sz="1425" b="0">
                <a:solidFill>
                  <a:srgbClr val="315FBB"/>
                </a:solidFill>
                <a:latin typeface="Microsoft YaHei"/>
                <a:ea typeface="Microsoft YaHei"/>
                <a:cs typeface="Microsoft YaHei"/>
              </a:rPr>
              <a:t>LLM request</a:t>
            </a:r>
          </a:p>
        </p:txBody>
      </p:sp>
      <p:cxnSp>
        <p:nvCxnSpPr>
          <p:cNvPr id="39" name="">
            <a:extLst xmlns:a="http://schemas.openxmlformats.org/drawingml/2006/main">
              <a:ext uri="{FF2B5EF4-FFF2-40B4-BE49-F238E27FC236}">
                <a16:creationId xmlns:a16="http://schemas.microsoft.com/office/drawing/2014/main" id="{B0830E67-4791-440F-9C43-0FEAE79F1A9B}"/>
              </a:ext>
            </a:extLst>
          </p:cNvPr>
          <p:cNvCxnSpPr/>
          <p:nvPr/>
        </p:nvCxnSpPr>
        <p:spPr>
          <a:xfrm xmlns:a="http://schemas.openxmlformats.org/drawingml/2006/main" flipH="0" flipV="0">
            <a:off x="8763000" y="3905250"/>
            <a:ext cx="1428750" cy="0"/>
          </a:xfrm>
          <a:prstGeom xmlns:a="http://schemas.openxmlformats.org/drawingml/2006/main" prst="straightConnector1">
            <a:avLst/>
          </a:prstGeom>
          <a:ln xmlns:a="http://schemas.openxmlformats.org/drawingml/2006/main" w="19050">
            <a:solidFill>
              <a:srgbClr val="96A1AF"/>
            </a:solidFill>
            <a:prstDash val="dash"/>
            <a:tailEnd type="none" w="med" len="med"/>
          </a:ln>
        </p:spPr>
      </p:cxnSp>
      <p:cxnSp>
        <p:nvCxnSpPr>
          <p:cNvPr id="40" name="">
            <a:extLst xmlns:a="http://schemas.openxmlformats.org/drawingml/2006/main">
              <a:ext uri="{FF2B5EF4-FFF2-40B4-BE49-F238E27FC236}">
                <a16:creationId xmlns:a16="http://schemas.microsoft.com/office/drawing/2014/main" id="{AD801FE3-6257-4F7F-BBC6-675BA1DEBE31}"/>
              </a:ext>
            </a:extLst>
          </p:cNvPr>
          <p:cNvCxnSpPr/>
          <p:nvPr/>
        </p:nvCxnSpPr>
        <p:spPr>
          <a:xfrm xmlns:a="http://schemas.openxmlformats.org/drawingml/2006/main" flipH="0" flipV="0">
            <a:off x="10191750" y="3905250"/>
            <a:ext cx="0" cy="1476375"/>
          </a:xfrm>
          <a:prstGeom xmlns:a="http://schemas.openxmlformats.org/drawingml/2006/main" prst="straightConnector1">
            <a:avLst/>
          </a:prstGeom>
          <a:ln xmlns:a="http://schemas.openxmlformats.org/drawingml/2006/main" w="19050">
            <a:solidFill>
              <a:srgbClr val="96A1AF"/>
            </a:solidFill>
            <a:prstDash val="dash"/>
            <a:tailEnd type="arrow" w="med" len="med"/>
          </a:ln>
        </p:spPr>
      </p:cxnSp>
      <p:cxnSp>
        <p:nvCxnSpPr>
          <p:cNvPr id="41" name="">
            <a:extLst xmlns:a="http://schemas.openxmlformats.org/drawingml/2006/main">
              <a:ext uri="{FF2B5EF4-FFF2-40B4-BE49-F238E27FC236}">
                <a16:creationId xmlns:a16="http://schemas.microsoft.com/office/drawing/2014/main" id="{511513E4-5261-4B5E-951B-833B35468C57}"/>
              </a:ext>
            </a:extLst>
          </p:cNvPr>
          <p:cNvCxnSpPr/>
          <p:nvPr/>
        </p:nvCxnSpPr>
        <p:spPr>
          <a:xfrm xmlns:a="http://schemas.openxmlformats.org/drawingml/2006/main" flipH="1" flipV="0">
            <a:off x="6000750" y="4133850"/>
            <a:ext cx="190500" cy="0"/>
          </a:xfrm>
          <a:prstGeom xmlns:a="http://schemas.openxmlformats.org/drawingml/2006/main" prst="straightConnector1">
            <a:avLst/>
          </a:prstGeom>
          <a:ln xmlns:a="http://schemas.openxmlformats.org/drawingml/2006/main" w="19050">
            <a:solidFill>
              <a:srgbClr val="21745F"/>
            </a:solidFill>
            <a:prstDash val="solid"/>
            <a:tailEnd type="none" w="med" len="med"/>
          </a:ln>
        </p:spPr>
      </p:cxnSp>
      <p:cxnSp>
        <p:nvCxnSpPr>
          <p:cNvPr id="42" name="">
            <a:extLst xmlns:a="http://schemas.openxmlformats.org/drawingml/2006/main">
              <a:ext uri="{FF2B5EF4-FFF2-40B4-BE49-F238E27FC236}">
                <a16:creationId xmlns:a16="http://schemas.microsoft.com/office/drawing/2014/main" id="{2F596E4B-50A6-4400-A6DA-A8D1318F54DF}"/>
              </a:ext>
            </a:extLst>
          </p:cNvPr>
          <p:cNvCxnSpPr/>
          <p:nvPr/>
        </p:nvCxnSpPr>
        <p:spPr>
          <a:xfrm xmlns:a="http://schemas.openxmlformats.org/drawingml/2006/main" flipH="0" flipV="0">
            <a:off x="6000750" y="4133850"/>
            <a:ext cx="0" cy="600075"/>
          </a:xfrm>
          <a:prstGeom xmlns:a="http://schemas.openxmlformats.org/drawingml/2006/main" prst="straightConnector1">
            <a:avLst/>
          </a:prstGeom>
          <a:ln xmlns:a="http://schemas.openxmlformats.org/drawingml/2006/main" w="19050">
            <a:solidFill>
              <a:srgbClr val="21745F"/>
            </a:solidFill>
            <a:prstDash val="solid"/>
            <a:tailEnd type="none" w="med" len="med"/>
          </a:ln>
        </p:spPr>
      </p:cxnSp>
      <p:cxnSp>
        <p:nvCxnSpPr>
          <p:cNvPr id="43" name="">
            <a:extLst xmlns:a="http://schemas.openxmlformats.org/drawingml/2006/main">
              <a:ext uri="{FF2B5EF4-FFF2-40B4-BE49-F238E27FC236}">
                <a16:creationId xmlns:a16="http://schemas.microsoft.com/office/drawing/2014/main" id="{F3C446E4-A666-465E-B0BD-D319239803E9}"/>
              </a:ext>
            </a:extLst>
          </p:cNvPr>
          <p:cNvCxnSpPr/>
          <p:nvPr/>
        </p:nvCxnSpPr>
        <p:spPr>
          <a:xfrm xmlns:a="http://schemas.openxmlformats.org/drawingml/2006/main" flipH="1" flipV="0">
            <a:off x="3619500" y="4733925"/>
            <a:ext cx="2381250" cy="0"/>
          </a:xfrm>
          <a:prstGeom xmlns:a="http://schemas.openxmlformats.org/drawingml/2006/main" prst="straightConnector1">
            <a:avLst/>
          </a:prstGeom>
          <a:ln xmlns:a="http://schemas.openxmlformats.org/drawingml/2006/main" w="19050">
            <a:solidFill>
              <a:srgbClr val="21745F"/>
            </a:solidFill>
            <a:prstDash val="solid"/>
            <a:tailEnd type="none" w="med" len="med"/>
          </a:ln>
        </p:spPr>
      </p:cxnSp>
      <p:cxnSp>
        <p:nvCxnSpPr>
          <p:cNvPr id="44" name="">
            <a:extLst xmlns:a="http://schemas.openxmlformats.org/drawingml/2006/main">
              <a:ext uri="{FF2B5EF4-FFF2-40B4-BE49-F238E27FC236}">
                <a16:creationId xmlns:a16="http://schemas.microsoft.com/office/drawing/2014/main" id="{B50A6A78-F64E-46A3-B474-FC9030590503}"/>
              </a:ext>
            </a:extLst>
          </p:cNvPr>
          <p:cNvCxnSpPr/>
          <p:nvPr/>
        </p:nvCxnSpPr>
        <p:spPr>
          <a:xfrm xmlns:a="http://schemas.openxmlformats.org/drawingml/2006/main" flipH="0" flipV="0">
            <a:off x="3619500" y="4733925"/>
            <a:ext cx="0" cy="1123950"/>
          </a:xfrm>
          <a:prstGeom xmlns:a="http://schemas.openxmlformats.org/drawingml/2006/main" prst="straightConnector1">
            <a:avLst/>
          </a:prstGeom>
          <a:ln xmlns:a="http://schemas.openxmlformats.org/drawingml/2006/main" w="19050">
            <a:solidFill>
              <a:srgbClr val="21745F"/>
            </a:solidFill>
            <a:prstDash val="solid"/>
            <a:tailEnd type="none" w="med" len="med"/>
          </a:ln>
        </p:spPr>
      </p:cxnSp>
      <p:cxnSp>
        <p:nvCxnSpPr>
          <p:cNvPr id="45" name="">
            <a:extLst xmlns:a="http://schemas.openxmlformats.org/drawingml/2006/main">
              <a:ext uri="{FF2B5EF4-FFF2-40B4-BE49-F238E27FC236}">
                <a16:creationId xmlns:a16="http://schemas.microsoft.com/office/drawing/2014/main" id="{FFD5BE7E-23E1-4BA4-A08A-308382C5B4B5}"/>
              </a:ext>
            </a:extLst>
          </p:cNvPr>
          <p:cNvCxnSpPr/>
          <p:nvPr/>
        </p:nvCxnSpPr>
        <p:spPr>
          <a:xfrm xmlns:a="http://schemas.openxmlformats.org/drawingml/2006/main" flipH="1" flipV="0">
            <a:off x="3467100" y="5857875"/>
            <a:ext cx="152400" cy="0"/>
          </a:xfrm>
          <a:prstGeom xmlns:a="http://schemas.openxmlformats.org/drawingml/2006/main" prst="straightConnector1">
            <a:avLst/>
          </a:prstGeom>
          <a:ln xmlns:a="http://schemas.openxmlformats.org/drawingml/2006/main" w="19050">
            <a:solidFill>
              <a:srgbClr val="21745F"/>
            </a:solidFill>
            <a:prstDash val="solid"/>
            <a:tailEnd type="arrow" w="med" len="med"/>
          </a:ln>
        </p:spPr>
      </p:cxnSp>
      <p:sp>
        <p:nvSpPr>
          <p:cNvPr id="46" name="">
            <a:extLst xmlns:a="http://schemas.openxmlformats.org/drawingml/2006/main">
              <a:ext uri="{FF2B5EF4-FFF2-40B4-BE49-F238E27FC236}">
                <a16:creationId xmlns:a16="http://schemas.microsoft.com/office/drawing/2014/main" id="{95EEB6B3-1C9C-455A-8E03-80EA0B4158BB}"/>
              </a:ext>
            </a:extLst>
          </p:cNvPr>
          <p:cNvSpPr>
            <a:spLocks xmlns:a="http://schemas.openxmlformats.org/drawingml/2006/main" noGrp="1"/>
          </p:cNvSpPr>
          <p:nvPr/>
        </p:nvSpPr>
        <p:spPr>
          <a:xfrm xmlns:a="http://schemas.openxmlformats.org/drawingml/2006/main">
            <a:off x="3790950" y="48006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21745F"/>
                </a:solidFill>
                <a:latin typeface="Microsoft YaHei"/>
                <a:ea typeface="Microsoft YaHei"/>
                <a:cs typeface="Microsoft YaHei"/>
              </a:defRPr>
            </a:defPPr>
            <a:lvl1pPr>
              <a:defRPr sz="1500" b="1">
                <a:solidFill>
                  <a:srgbClr val="21745F"/>
                </a:solidFill>
                <a:latin typeface="Microsoft YaHei"/>
                <a:ea typeface="Microsoft YaHei"/>
                <a:cs typeface="Microsoft YaHei"/>
              </a:defRPr>
            </a:lvl1pPr>
            <a:lvl2pPr>
              <a:defRPr sz="1500" b="1">
                <a:solidFill>
                  <a:srgbClr val="21745F"/>
                </a:solidFill>
                <a:latin typeface="Microsoft YaHei"/>
                <a:ea typeface="Microsoft YaHei"/>
                <a:cs typeface="Microsoft YaHei"/>
              </a:defRPr>
            </a:lvl2pPr>
            <a:lvl3pPr>
              <a:defRPr sz="1500" b="1">
                <a:solidFill>
                  <a:srgbClr val="21745F"/>
                </a:solidFill>
                <a:latin typeface="Microsoft YaHei"/>
                <a:ea typeface="Microsoft YaHei"/>
                <a:cs typeface="Microsoft YaHei"/>
              </a:defRPr>
            </a:lvl3pPr>
            <a:lvl4pPr>
              <a:defRPr sz="1500" b="1">
                <a:solidFill>
                  <a:srgbClr val="21745F"/>
                </a:solidFill>
                <a:latin typeface="Microsoft YaHei"/>
                <a:ea typeface="Microsoft YaHei"/>
                <a:cs typeface="Microsoft YaHei"/>
              </a:defRPr>
            </a:lvl4pPr>
            <a:lvl5pPr>
              <a:defRPr sz="1500" b="1">
                <a:solidFill>
                  <a:srgbClr val="21745F"/>
                </a:solidFill>
                <a:latin typeface="Microsoft YaHei"/>
                <a:ea typeface="Microsoft YaHei"/>
                <a:cs typeface="Microsoft YaHei"/>
              </a:defRPr>
            </a:lvl5pPr>
            <a:lvl6pPr>
              <a:defRPr sz="1500" b="1">
                <a:solidFill>
                  <a:srgbClr val="21745F"/>
                </a:solidFill>
                <a:latin typeface="Microsoft YaHei"/>
                <a:ea typeface="Microsoft YaHei"/>
                <a:cs typeface="Microsoft YaHei"/>
              </a:defRPr>
            </a:lvl6pPr>
            <a:lvl7pPr>
              <a:defRPr sz="1500" b="1">
                <a:solidFill>
                  <a:srgbClr val="21745F"/>
                </a:solidFill>
                <a:latin typeface="Microsoft YaHei"/>
                <a:ea typeface="Microsoft YaHei"/>
                <a:cs typeface="Microsoft YaHei"/>
              </a:defRPr>
            </a:lvl7pPr>
            <a:lvl8pPr>
              <a:defRPr sz="1500" b="1">
                <a:solidFill>
                  <a:srgbClr val="21745F"/>
                </a:solidFill>
                <a:latin typeface="Microsoft YaHei"/>
                <a:ea typeface="Microsoft YaHei"/>
                <a:cs typeface="Microsoft YaHei"/>
              </a:defRPr>
            </a:lvl8pPr>
            <a:lvl9pPr>
              <a:defRPr sz="1500" b="1">
                <a:solidFill>
                  <a:srgbClr val="21745F"/>
                </a:solidFill>
                <a:latin typeface="Microsoft YaHei"/>
                <a:ea typeface="Microsoft YaHei"/>
                <a:cs typeface="Microsoft YaHei"/>
              </a:defRPr>
            </a:lvl9pPr>
          </a:lstStyle>
          <a:p xmlns:a="http://schemas.openxmlformats.org/drawingml/2006/main">
            <a:pPr>
              <a:defRPr sz="1500" b="1">
                <a:solidFill>
                  <a:srgbClr val="21745F"/>
                </a:solidFill>
                <a:latin typeface="Microsoft YaHei"/>
                <a:ea typeface="Microsoft YaHei"/>
                <a:cs typeface="Microsoft YaHei"/>
              </a:defRPr>
            </a:pPr>
            <a:r>
              <a:rPr sz="1500" b="1">
                <a:solidFill>
                  <a:srgbClr val="21745F"/>
                </a:solidFill>
                <a:latin typeface="Microsoft YaHei"/>
                <a:ea typeface="Microsoft YaHei"/>
                <a:cs typeface="Microsoft YaHei"/>
              </a:rPr>
              <a:t>Monitoring / Cost (OTEL)</a:t>
            </a:r>
          </a:p>
        </p:txBody>
      </p:sp>
      <p:cxnSp>
        <p:nvCxnSpPr>
          <p:cNvPr id="47" name="">
            <a:extLst xmlns:a="http://schemas.openxmlformats.org/drawingml/2006/main">
              <a:ext uri="{FF2B5EF4-FFF2-40B4-BE49-F238E27FC236}">
                <a16:creationId xmlns:a16="http://schemas.microsoft.com/office/drawing/2014/main" id="{226250EC-FCB5-4037-9563-A16231F92AEB}"/>
              </a:ext>
            </a:extLst>
          </p:cNvPr>
          <p:cNvCxnSpPr/>
          <p:nvPr/>
        </p:nvCxnSpPr>
        <p:spPr>
          <a:xfrm xmlns:a="http://schemas.openxmlformats.org/drawingml/2006/main" flipH="1" flipV="0">
            <a:off x="2857500" y="4438650"/>
            <a:ext cx="952500" cy="0"/>
          </a:xfrm>
          <a:prstGeom xmlns:a="http://schemas.openxmlformats.org/drawingml/2006/main" prst="straightConnector1">
            <a:avLst/>
          </a:prstGeom>
          <a:ln xmlns:a="http://schemas.openxmlformats.org/drawingml/2006/main" w="19050">
            <a:solidFill>
              <a:srgbClr val="21745F"/>
            </a:solidFill>
            <a:prstDash val="solid"/>
            <a:tailEnd type="none" w="med" len="med"/>
          </a:ln>
        </p:spPr>
      </p:cxnSp>
      <p:cxnSp>
        <p:nvCxnSpPr>
          <p:cNvPr id="48" name="">
            <a:extLst xmlns:a="http://schemas.openxmlformats.org/drawingml/2006/main">
              <a:ext uri="{FF2B5EF4-FFF2-40B4-BE49-F238E27FC236}">
                <a16:creationId xmlns:a16="http://schemas.microsoft.com/office/drawing/2014/main" id="{61915C77-E434-40C9-95C7-0BE328F9C18A}"/>
              </a:ext>
            </a:extLst>
          </p:cNvPr>
          <p:cNvCxnSpPr/>
          <p:nvPr/>
        </p:nvCxnSpPr>
        <p:spPr>
          <a:xfrm xmlns:a="http://schemas.openxmlformats.org/drawingml/2006/main" flipH="0" flipV="0">
            <a:off x="2857500" y="4438650"/>
            <a:ext cx="0" cy="942975"/>
          </a:xfrm>
          <a:prstGeom xmlns:a="http://schemas.openxmlformats.org/drawingml/2006/main" prst="straightConnector1">
            <a:avLst/>
          </a:prstGeom>
          <a:ln xmlns:a="http://schemas.openxmlformats.org/drawingml/2006/main" w="19050">
            <a:solidFill>
              <a:srgbClr val="21745F"/>
            </a:solidFill>
            <a:prstDash val="solid"/>
            <a:tailEnd type="arrow" w="med" len="med"/>
          </a:ln>
        </p:spPr>
      </p:cxnSp>
      <p:sp>
        <p:nvSpPr>
          <p:cNvPr id="49" name="">
            <a:extLst xmlns:a="http://schemas.openxmlformats.org/drawingml/2006/main">
              <a:ext uri="{FF2B5EF4-FFF2-40B4-BE49-F238E27FC236}">
                <a16:creationId xmlns:a16="http://schemas.microsoft.com/office/drawing/2014/main" id="{CF3D25CD-DA6C-4BCF-99EA-8AAA1E5A0F85}"/>
              </a:ext>
            </a:extLst>
          </p:cNvPr>
          <p:cNvSpPr>
            <a:spLocks xmlns:a="http://schemas.openxmlformats.org/drawingml/2006/main" noGrp="1"/>
          </p:cNvSpPr>
          <p:nvPr/>
        </p:nvSpPr>
        <p:spPr>
          <a:xfrm xmlns:a="http://schemas.openxmlformats.org/drawingml/2006/main">
            <a:off x="2190750" y="46196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21745F"/>
                </a:solidFill>
                <a:latin typeface="Microsoft YaHei"/>
                <a:ea typeface="Microsoft YaHei"/>
                <a:cs typeface="Microsoft YaHei"/>
              </a:defRPr>
            </a:defPPr>
            <a:lvl1pPr>
              <a:defRPr sz="1425" b="1">
                <a:solidFill>
                  <a:srgbClr val="21745F"/>
                </a:solidFill>
                <a:latin typeface="Microsoft YaHei"/>
                <a:ea typeface="Microsoft YaHei"/>
                <a:cs typeface="Microsoft YaHei"/>
              </a:defRPr>
            </a:lvl1pPr>
            <a:lvl2pPr>
              <a:defRPr sz="1425" b="1">
                <a:solidFill>
                  <a:srgbClr val="21745F"/>
                </a:solidFill>
                <a:latin typeface="Microsoft YaHei"/>
                <a:ea typeface="Microsoft YaHei"/>
                <a:cs typeface="Microsoft YaHei"/>
              </a:defRPr>
            </a:lvl2pPr>
            <a:lvl3pPr>
              <a:defRPr sz="1425" b="1">
                <a:solidFill>
                  <a:srgbClr val="21745F"/>
                </a:solidFill>
                <a:latin typeface="Microsoft YaHei"/>
                <a:ea typeface="Microsoft YaHei"/>
                <a:cs typeface="Microsoft YaHei"/>
              </a:defRPr>
            </a:lvl3pPr>
            <a:lvl4pPr>
              <a:defRPr sz="1425" b="1">
                <a:solidFill>
                  <a:srgbClr val="21745F"/>
                </a:solidFill>
                <a:latin typeface="Microsoft YaHei"/>
                <a:ea typeface="Microsoft YaHei"/>
                <a:cs typeface="Microsoft YaHei"/>
              </a:defRPr>
            </a:lvl4pPr>
            <a:lvl5pPr>
              <a:defRPr sz="1425" b="1">
                <a:solidFill>
                  <a:srgbClr val="21745F"/>
                </a:solidFill>
                <a:latin typeface="Microsoft YaHei"/>
                <a:ea typeface="Microsoft YaHei"/>
                <a:cs typeface="Microsoft YaHei"/>
              </a:defRPr>
            </a:lvl5pPr>
            <a:lvl6pPr>
              <a:defRPr sz="1425" b="1">
                <a:solidFill>
                  <a:srgbClr val="21745F"/>
                </a:solidFill>
                <a:latin typeface="Microsoft YaHei"/>
                <a:ea typeface="Microsoft YaHei"/>
                <a:cs typeface="Microsoft YaHei"/>
              </a:defRPr>
            </a:lvl6pPr>
            <a:lvl7pPr>
              <a:defRPr sz="1425" b="1">
                <a:solidFill>
                  <a:srgbClr val="21745F"/>
                </a:solidFill>
                <a:latin typeface="Microsoft YaHei"/>
                <a:ea typeface="Microsoft YaHei"/>
                <a:cs typeface="Microsoft YaHei"/>
              </a:defRPr>
            </a:lvl7pPr>
            <a:lvl8pPr>
              <a:defRPr sz="1425" b="1">
                <a:solidFill>
                  <a:srgbClr val="21745F"/>
                </a:solidFill>
                <a:latin typeface="Microsoft YaHei"/>
                <a:ea typeface="Microsoft YaHei"/>
                <a:cs typeface="Microsoft YaHei"/>
              </a:defRPr>
            </a:lvl8pPr>
            <a:lvl9pPr>
              <a:defRPr sz="1425" b="1">
                <a:solidFill>
                  <a:srgbClr val="21745F"/>
                </a:solidFill>
                <a:latin typeface="Microsoft YaHei"/>
                <a:ea typeface="Microsoft YaHei"/>
                <a:cs typeface="Microsoft YaHei"/>
              </a:defRPr>
            </a:lvl9pPr>
          </a:lstStyle>
          <a:p xmlns:a="http://schemas.openxmlformats.org/drawingml/2006/main">
            <a:pPr>
              <a:defRPr sz="1425" b="1">
                <a:solidFill>
                  <a:srgbClr val="21745F"/>
                </a:solidFill>
                <a:latin typeface="Microsoft YaHei"/>
                <a:ea typeface="Microsoft YaHei"/>
                <a:cs typeface="Microsoft YaHei"/>
              </a:defRPr>
            </a:pPr>
            <a:r>
              <a:rPr sz="1425" b="1">
                <a:solidFill>
                  <a:srgbClr val="21745F"/>
                </a:solidFill>
                <a:latin typeface="Microsoft YaHei"/>
                <a:ea typeface="Microsoft YaHei"/>
                <a:cs typeface="Microsoft YaHei"/>
              </a:rPr>
              <a:t>Scores</a:t>
            </a:r>
          </a:p>
        </p:txBody>
      </p:sp>
    </p:spTree>
    <p:extLst>
      <p:ext uri="{BB962C8B-B14F-4D97-AF65-F5344CB8AC3E}">
        <p14:creationId xmlns:p14="http://schemas.microsoft.com/office/powerpoint/2010/main" val="5070148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17A8AD-019F-4240-83BD-9AAD7A1F9725}"/>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263D"/>
                </a:solidFill>
                <a:latin typeface="Microsoft YaHei"/>
                <a:ea typeface="Microsoft YaHei"/>
                <a:cs typeface="Microsoft YaHei"/>
              </a:defRPr>
            </a:defPPr>
            <a:lvl1pPr>
              <a:defRPr sz="3225" b="1">
                <a:solidFill>
                  <a:srgbClr val="14263D"/>
                </a:solidFill>
                <a:latin typeface="Microsoft YaHei"/>
                <a:ea typeface="Microsoft YaHei"/>
                <a:cs typeface="Microsoft YaHei"/>
              </a:defRPr>
            </a:lvl1pPr>
            <a:lvl2pPr>
              <a:defRPr sz="3225" b="1">
                <a:solidFill>
                  <a:srgbClr val="14263D"/>
                </a:solidFill>
                <a:latin typeface="Microsoft YaHei"/>
                <a:ea typeface="Microsoft YaHei"/>
                <a:cs typeface="Microsoft YaHei"/>
              </a:defRPr>
            </a:lvl2pPr>
            <a:lvl3pPr>
              <a:defRPr sz="3225" b="1">
                <a:solidFill>
                  <a:srgbClr val="14263D"/>
                </a:solidFill>
                <a:latin typeface="Microsoft YaHei"/>
                <a:ea typeface="Microsoft YaHei"/>
                <a:cs typeface="Microsoft YaHei"/>
              </a:defRPr>
            </a:lvl3pPr>
            <a:lvl4pPr>
              <a:defRPr sz="3225" b="1">
                <a:solidFill>
                  <a:srgbClr val="14263D"/>
                </a:solidFill>
                <a:latin typeface="Microsoft YaHei"/>
                <a:ea typeface="Microsoft YaHei"/>
                <a:cs typeface="Microsoft YaHei"/>
              </a:defRPr>
            </a:lvl4pPr>
            <a:lvl5pPr>
              <a:defRPr sz="3225" b="1">
                <a:solidFill>
                  <a:srgbClr val="14263D"/>
                </a:solidFill>
                <a:latin typeface="Microsoft YaHei"/>
                <a:ea typeface="Microsoft YaHei"/>
                <a:cs typeface="Microsoft YaHei"/>
              </a:defRPr>
            </a:lvl5pPr>
            <a:lvl6pPr>
              <a:defRPr sz="3225" b="1">
                <a:solidFill>
                  <a:srgbClr val="14263D"/>
                </a:solidFill>
                <a:latin typeface="Microsoft YaHei"/>
                <a:ea typeface="Microsoft YaHei"/>
                <a:cs typeface="Microsoft YaHei"/>
              </a:defRPr>
            </a:lvl6pPr>
            <a:lvl7pPr>
              <a:defRPr sz="3225" b="1">
                <a:solidFill>
                  <a:srgbClr val="14263D"/>
                </a:solidFill>
                <a:latin typeface="Microsoft YaHei"/>
                <a:ea typeface="Microsoft YaHei"/>
                <a:cs typeface="Microsoft YaHei"/>
              </a:defRPr>
            </a:lvl7pPr>
            <a:lvl8pPr>
              <a:defRPr sz="3225" b="1">
                <a:solidFill>
                  <a:srgbClr val="14263D"/>
                </a:solidFill>
                <a:latin typeface="Microsoft YaHei"/>
                <a:ea typeface="Microsoft YaHei"/>
                <a:cs typeface="Microsoft YaHei"/>
              </a:defRPr>
            </a:lvl8pPr>
            <a:lvl9pPr>
              <a:defRPr sz="3225" b="1">
                <a:solidFill>
                  <a:srgbClr val="14263D"/>
                </a:solidFill>
                <a:latin typeface="Microsoft YaHei"/>
                <a:ea typeface="Microsoft YaHei"/>
                <a:cs typeface="Microsoft YaHei"/>
              </a:defRPr>
            </a:lvl9pPr>
          </a:lstStyle>
          <a:p xmlns:a="http://schemas.openxmlformats.org/drawingml/2006/main">
            <a:pPr>
              <a:defRPr sz="3225" b="1">
                <a:solidFill>
                  <a:srgbClr val="14263D"/>
                </a:solidFill>
                <a:latin typeface="Microsoft YaHei"/>
                <a:ea typeface="Microsoft YaHei"/>
                <a:cs typeface="Microsoft YaHei"/>
              </a:defRPr>
            </a:pPr>
            <a:r>
              <a:rPr sz="3225" b="1">
                <a:solidFill>
                  <a:srgbClr val="14263D"/>
                </a:solidFill>
                <a:latin typeface="Microsoft YaHei"/>
                <a:ea typeface="Microsoft YaHei"/>
                <a:cs typeface="Microsoft YaHei"/>
              </a:rPr>
              <a:t>Evaluation Execution Flow</a:t>
            </a:r>
          </a:p>
        </p:txBody>
      </p:sp>
      <p:sp>
        <p:nvSpPr>
          <p:cNvPr id="3" name="">
            <a:extLst xmlns:a="http://schemas.openxmlformats.org/drawingml/2006/main">
              <a:ext uri="{FF2B5EF4-FFF2-40B4-BE49-F238E27FC236}">
                <a16:creationId xmlns:a16="http://schemas.microsoft.com/office/drawing/2014/main" id="{4985B897-8698-4BE0-89FF-24C1CC730716}"/>
              </a:ext>
            </a:extLst>
          </p:cNvPr>
          <p:cNvSpPr>
            <a:spLocks xmlns:a="http://schemas.openxmlformats.org/drawingml/2006/main" noGrp="1"/>
          </p:cNvSpPr>
          <p:nvPr/>
        </p:nvSpPr>
        <p:spPr>
          <a:xfrm xmlns:a="http://schemas.openxmlformats.org/drawingml/2006/main">
            <a:off x="609600" y="11049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185"/>
                </a:solidFill>
                <a:latin typeface="Microsoft YaHei"/>
                <a:ea typeface="Microsoft YaHei"/>
                <a:cs typeface="Microsoft YaHei"/>
              </a:defRPr>
            </a:defPPr>
            <a:lvl1pPr>
              <a:defRPr sz="1725" b="0">
                <a:solidFill>
                  <a:srgbClr val="627185"/>
                </a:solidFill>
                <a:latin typeface="Microsoft YaHei"/>
                <a:ea typeface="Microsoft YaHei"/>
                <a:cs typeface="Microsoft YaHei"/>
              </a:defRPr>
            </a:lvl1pPr>
            <a:lvl2pPr>
              <a:defRPr sz="1725" b="0">
                <a:solidFill>
                  <a:srgbClr val="627185"/>
                </a:solidFill>
                <a:latin typeface="Microsoft YaHei"/>
                <a:ea typeface="Microsoft YaHei"/>
                <a:cs typeface="Microsoft YaHei"/>
              </a:defRPr>
            </a:lvl2pPr>
            <a:lvl3pPr>
              <a:defRPr sz="1725" b="0">
                <a:solidFill>
                  <a:srgbClr val="627185"/>
                </a:solidFill>
                <a:latin typeface="Microsoft YaHei"/>
                <a:ea typeface="Microsoft YaHei"/>
                <a:cs typeface="Microsoft YaHei"/>
              </a:defRPr>
            </a:lvl3pPr>
            <a:lvl4pPr>
              <a:defRPr sz="1725" b="0">
                <a:solidFill>
                  <a:srgbClr val="627185"/>
                </a:solidFill>
                <a:latin typeface="Microsoft YaHei"/>
                <a:ea typeface="Microsoft YaHei"/>
                <a:cs typeface="Microsoft YaHei"/>
              </a:defRPr>
            </a:lvl4pPr>
            <a:lvl5pPr>
              <a:defRPr sz="1725" b="0">
                <a:solidFill>
                  <a:srgbClr val="627185"/>
                </a:solidFill>
                <a:latin typeface="Microsoft YaHei"/>
                <a:ea typeface="Microsoft YaHei"/>
                <a:cs typeface="Microsoft YaHei"/>
              </a:defRPr>
            </a:lvl5pPr>
            <a:lvl6pPr>
              <a:defRPr sz="1725" b="0">
                <a:solidFill>
                  <a:srgbClr val="627185"/>
                </a:solidFill>
                <a:latin typeface="Microsoft YaHei"/>
                <a:ea typeface="Microsoft YaHei"/>
                <a:cs typeface="Microsoft YaHei"/>
              </a:defRPr>
            </a:lvl6pPr>
            <a:lvl7pPr>
              <a:defRPr sz="1725" b="0">
                <a:solidFill>
                  <a:srgbClr val="627185"/>
                </a:solidFill>
                <a:latin typeface="Microsoft YaHei"/>
                <a:ea typeface="Microsoft YaHei"/>
                <a:cs typeface="Microsoft YaHei"/>
              </a:defRPr>
            </a:lvl7pPr>
            <a:lvl8pPr>
              <a:defRPr sz="1725" b="0">
                <a:solidFill>
                  <a:srgbClr val="627185"/>
                </a:solidFill>
                <a:latin typeface="Microsoft YaHei"/>
                <a:ea typeface="Microsoft YaHei"/>
                <a:cs typeface="Microsoft YaHei"/>
              </a:defRPr>
            </a:lvl8pPr>
            <a:lvl9pPr>
              <a:defRPr sz="1725" b="0">
                <a:solidFill>
                  <a:srgbClr val="627185"/>
                </a:solidFill>
                <a:latin typeface="Microsoft YaHei"/>
                <a:ea typeface="Microsoft YaHei"/>
                <a:cs typeface="Microsoft YaHei"/>
              </a:defRPr>
            </a:lvl9pPr>
          </a:lstStyle>
          <a:p xmlns:a="http://schemas.openxmlformats.org/drawingml/2006/main">
            <a:pPr>
              <a:defRPr sz="1725" b="0">
                <a:solidFill>
                  <a:srgbClr val="627185"/>
                </a:solidFill>
                <a:latin typeface="Microsoft YaHei"/>
                <a:ea typeface="Microsoft YaHei"/>
                <a:cs typeface="Microsoft YaHei"/>
              </a:defRPr>
            </a:pPr>
            <a:r>
              <a:rPr sz="1725" b="0">
                <a:solidFill>
                  <a:srgbClr val="627185"/>
                </a:solidFill>
                <a:latin typeface="Microsoft YaHei"/>
                <a:ea typeface="Microsoft YaHei"/>
                <a:cs typeface="Microsoft YaHei"/>
              </a:rPr>
              <a:t>One experiment_id connects the runtime, model calls, telemetry and scores.</a:t>
            </a:r>
          </a:p>
        </p:txBody>
      </p:sp>
      <p:sp>
        <p:nvSpPr>
          <p:cNvPr id="4" name="">
            <a:extLst xmlns:a="http://schemas.openxmlformats.org/drawingml/2006/main">
              <a:ext uri="{FF2B5EF4-FFF2-40B4-BE49-F238E27FC236}">
                <a16:creationId xmlns:a16="http://schemas.microsoft.com/office/drawing/2014/main" id="{A2D1DA23-A723-4991-A641-56E3B6E8CA15}"/>
              </a:ext>
            </a:extLst>
          </p:cNvPr>
          <p:cNvSpPr>
            <a:spLocks xmlns:a="http://schemas.openxmlformats.org/drawingml/2006/main" noGrp="1"/>
          </p:cNvSpPr>
          <p:nvPr/>
        </p:nvSpPr>
        <p:spPr>
          <a:xfrm xmlns:a="http://schemas.openxmlformats.org/drawingml/2006/main">
            <a:off x="638175" y="18859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315FBB"/>
                </a:solidFill>
                <a:latin typeface="Microsoft YaHei"/>
                <a:ea typeface="Microsoft YaHei"/>
                <a:cs typeface="Microsoft YaHei"/>
              </a:defRPr>
            </a:defPPr>
            <a:lvl1pPr>
              <a:defRPr sz="2325" b="1">
                <a:solidFill>
                  <a:srgbClr val="315FBB"/>
                </a:solidFill>
                <a:latin typeface="Microsoft YaHei"/>
                <a:ea typeface="Microsoft YaHei"/>
                <a:cs typeface="Microsoft YaHei"/>
              </a:defRPr>
            </a:lvl1pPr>
            <a:lvl2pPr>
              <a:defRPr sz="2325" b="1">
                <a:solidFill>
                  <a:srgbClr val="315FBB"/>
                </a:solidFill>
                <a:latin typeface="Microsoft YaHei"/>
                <a:ea typeface="Microsoft YaHei"/>
                <a:cs typeface="Microsoft YaHei"/>
              </a:defRPr>
            </a:lvl2pPr>
            <a:lvl3pPr>
              <a:defRPr sz="2325" b="1">
                <a:solidFill>
                  <a:srgbClr val="315FBB"/>
                </a:solidFill>
                <a:latin typeface="Microsoft YaHei"/>
                <a:ea typeface="Microsoft YaHei"/>
                <a:cs typeface="Microsoft YaHei"/>
              </a:defRPr>
            </a:lvl3pPr>
            <a:lvl4pPr>
              <a:defRPr sz="2325" b="1">
                <a:solidFill>
                  <a:srgbClr val="315FBB"/>
                </a:solidFill>
                <a:latin typeface="Microsoft YaHei"/>
                <a:ea typeface="Microsoft YaHei"/>
                <a:cs typeface="Microsoft YaHei"/>
              </a:defRPr>
            </a:lvl4pPr>
            <a:lvl5pPr>
              <a:defRPr sz="2325" b="1">
                <a:solidFill>
                  <a:srgbClr val="315FBB"/>
                </a:solidFill>
                <a:latin typeface="Microsoft YaHei"/>
                <a:ea typeface="Microsoft YaHei"/>
                <a:cs typeface="Microsoft YaHei"/>
              </a:defRPr>
            </a:lvl5pPr>
            <a:lvl6pPr>
              <a:defRPr sz="2325" b="1">
                <a:solidFill>
                  <a:srgbClr val="315FBB"/>
                </a:solidFill>
                <a:latin typeface="Microsoft YaHei"/>
                <a:ea typeface="Microsoft YaHei"/>
                <a:cs typeface="Microsoft YaHei"/>
              </a:defRPr>
            </a:lvl6pPr>
            <a:lvl7pPr>
              <a:defRPr sz="2325" b="1">
                <a:solidFill>
                  <a:srgbClr val="315FBB"/>
                </a:solidFill>
                <a:latin typeface="Microsoft YaHei"/>
                <a:ea typeface="Microsoft YaHei"/>
                <a:cs typeface="Microsoft YaHei"/>
              </a:defRPr>
            </a:lvl7pPr>
            <a:lvl8pPr>
              <a:defRPr sz="2325" b="1">
                <a:solidFill>
                  <a:srgbClr val="315FBB"/>
                </a:solidFill>
                <a:latin typeface="Microsoft YaHei"/>
                <a:ea typeface="Microsoft YaHei"/>
                <a:cs typeface="Microsoft YaHei"/>
              </a:defRPr>
            </a:lvl8pPr>
            <a:lvl9pPr>
              <a:defRPr sz="2325" b="1">
                <a:solidFill>
                  <a:srgbClr val="315FBB"/>
                </a:solidFill>
                <a:latin typeface="Microsoft YaHei"/>
                <a:ea typeface="Microsoft YaHei"/>
                <a:cs typeface="Microsoft YaHei"/>
              </a:defRPr>
            </a:lvl9pPr>
          </a:lstStyle>
          <a:p xmlns:a="http://schemas.openxmlformats.org/drawingml/2006/main">
            <a:pPr>
              <a:defRPr sz="2325" b="1">
                <a:solidFill>
                  <a:srgbClr val="315FBB"/>
                </a:solidFill>
                <a:latin typeface="Microsoft YaHei"/>
                <a:ea typeface="Microsoft YaHei"/>
                <a:cs typeface="Microsoft YaHei"/>
              </a:defRPr>
            </a:pPr>
            <a:r>
              <a:rPr sz="2325" b="1">
                <a:solidFill>
                  <a:srgbClr val="315FBB"/>
                </a:solidFill>
                <a:latin typeface="Microsoft YaHei"/>
                <a:ea typeface="Microsoft YaHei"/>
                <a:cs typeface="Microsoft YaHei"/>
              </a:rPr>
              <a:t>01</a:t>
            </a:r>
          </a:p>
        </p:txBody>
      </p:sp>
      <p:sp>
        <p:nvSpPr>
          <p:cNvPr id="5" name="">
            <a:extLst xmlns:a="http://schemas.openxmlformats.org/drawingml/2006/main">
              <a:ext uri="{FF2B5EF4-FFF2-40B4-BE49-F238E27FC236}">
                <a16:creationId xmlns:a16="http://schemas.microsoft.com/office/drawing/2014/main" id="{AAEA9E46-CB1A-47B8-BFEB-92BF4480207C}"/>
              </a:ext>
            </a:extLst>
          </p:cNvPr>
          <p:cNvSpPr>
            <a:spLocks xmlns:a="http://schemas.openxmlformats.org/drawingml/2006/main" noGrp="1"/>
          </p:cNvSpPr>
          <p:nvPr/>
        </p:nvSpPr>
        <p:spPr>
          <a:xfrm xmlns:a="http://schemas.openxmlformats.org/drawingml/2006/main">
            <a:off x="1495425" y="18859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63D"/>
                </a:solidFill>
                <a:latin typeface="Microsoft YaHei"/>
                <a:ea typeface="Microsoft YaHei"/>
                <a:cs typeface="Microsoft YaHei"/>
              </a:defRPr>
            </a:defPPr>
            <a:lvl1pPr>
              <a:defRPr sz="2025" b="1">
                <a:solidFill>
                  <a:srgbClr val="14263D"/>
                </a:solidFill>
                <a:latin typeface="Microsoft YaHei"/>
                <a:ea typeface="Microsoft YaHei"/>
                <a:cs typeface="Microsoft YaHei"/>
              </a:defRPr>
            </a:lvl1pPr>
            <a:lvl2pPr>
              <a:defRPr sz="2025" b="1">
                <a:solidFill>
                  <a:srgbClr val="14263D"/>
                </a:solidFill>
                <a:latin typeface="Microsoft YaHei"/>
                <a:ea typeface="Microsoft YaHei"/>
                <a:cs typeface="Microsoft YaHei"/>
              </a:defRPr>
            </a:lvl2pPr>
            <a:lvl3pPr>
              <a:defRPr sz="2025" b="1">
                <a:solidFill>
                  <a:srgbClr val="14263D"/>
                </a:solidFill>
                <a:latin typeface="Microsoft YaHei"/>
                <a:ea typeface="Microsoft YaHei"/>
                <a:cs typeface="Microsoft YaHei"/>
              </a:defRPr>
            </a:lvl3pPr>
            <a:lvl4pPr>
              <a:defRPr sz="2025" b="1">
                <a:solidFill>
                  <a:srgbClr val="14263D"/>
                </a:solidFill>
                <a:latin typeface="Microsoft YaHei"/>
                <a:ea typeface="Microsoft YaHei"/>
                <a:cs typeface="Microsoft YaHei"/>
              </a:defRPr>
            </a:lvl4pPr>
            <a:lvl5pPr>
              <a:defRPr sz="2025" b="1">
                <a:solidFill>
                  <a:srgbClr val="14263D"/>
                </a:solidFill>
                <a:latin typeface="Microsoft YaHei"/>
                <a:ea typeface="Microsoft YaHei"/>
                <a:cs typeface="Microsoft YaHei"/>
              </a:defRPr>
            </a:lvl5pPr>
            <a:lvl6pPr>
              <a:defRPr sz="2025" b="1">
                <a:solidFill>
                  <a:srgbClr val="14263D"/>
                </a:solidFill>
                <a:latin typeface="Microsoft YaHei"/>
                <a:ea typeface="Microsoft YaHei"/>
                <a:cs typeface="Microsoft YaHei"/>
              </a:defRPr>
            </a:lvl6pPr>
            <a:lvl7pPr>
              <a:defRPr sz="2025" b="1">
                <a:solidFill>
                  <a:srgbClr val="14263D"/>
                </a:solidFill>
                <a:latin typeface="Microsoft YaHei"/>
                <a:ea typeface="Microsoft YaHei"/>
                <a:cs typeface="Microsoft YaHei"/>
              </a:defRPr>
            </a:lvl7pPr>
            <a:lvl8pPr>
              <a:defRPr sz="2025" b="1">
                <a:solidFill>
                  <a:srgbClr val="14263D"/>
                </a:solidFill>
                <a:latin typeface="Microsoft YaHei"/>
                <a:ea typeface="Microsoft YaHei"/>
                <a:cs typeface="Microsoft YaHei"/>
              </a:defRPr>
            </a:lvl8pPr>
            <a:lvl9pPr>
              <a:defRPr sz="2025" b="1">
                <a:solidFill>
                  <a:srgbClr val="14263D"/>
                </a:solidFill>
                <a:latin typeface="Microsoft YaHei"/>
                <a:ea typeface="Microsoft YaHei"/>
                <a:cs typeface="Microsoft YaHei"/>
              </a:defRPr>
            </a:lvl9pPr>
          </a:lstStyle>
          <a:p xmlns:a="http://schemas.openxmlformats.org/drawingml/2006/main">
            <a:pPr>
              <a:defRPr sz="2025" b="1">
                <a:solidFill>
                  <a:srgbClr val="14263D"/>
                </a:solidFill>
                <a:latin typeface="Microsoft YaHei"/>
                <a:ea typeface="Microsoft YaHei"/>
                <a:cs typeface="Microsoft YaHei"/>
              </a:defRPr>
            </a:pPr>
            <a:r>
              <a:rPr sz="2025" b="1">
                <a:solidFill>
                  <a:srgbClr val="14263D"/>
                </a:solidFill>
                <a:latin typeface="Microsoft YaHei"/>
                <a:ea typeface="Microsoft YaHei"/>
                <a:cs typeface="Microsoft YaHei"/>
              </a:rPr>
              <a:t>Trigger &amp; configure</a:t>
            </a:r>
          </a:p>
        </p:txBody>
      </p:sp>
      <p:sp>
        <p:nvSpPr>
          <p:cNvPr id="6" name="">
            <a:extLst xmlns:a="http://schemas.openxmlformats.org/drawingml/2006/main">
              <a:ext uri="{FF2B5EF4-FFF2-40B4-BE49-F238E27FC236}">
                <a16:creationId xmlns:a16="http://schemas.microsoft.com/office/drawing/2014/main" id="{1547BC3A-2DCB-40FE-A912-5FDF8D99B221}"/>
              </a:ext>
            </a:extLst>
          </p:cNvPr>
          <p:cNvSpPr>
            <a:spLocks xmlns:a="http://schemas.openxmlformats.org/drawingml/2006/main" noGrp="1"/>
          </p:cNvSpPr>
          <p:nvPr/>
        </p:nvSpPr>
        <p:spPr>
          <a:xfrm xmlns:a="http://schemas.openxmlformats.org/drawingml/2006/main">
            <a:off x="4857750" y="1905000"/>
            <a:ext cx="6705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185"/>
                </a:solidFill>
                <a:latin typeface="Microsoft YaHei"/>
                <a:ea typeface="Microsoft YaHei"/>
                <a:cs typeface="Microsoft YaHei"/>
              </a:defRPr>
            </a:defPPr>
            <a:lvl1pPr>
              <a:defRPr sz="1725" b="0">
                <a:solidFill>
                  <a:srgbClr val="627185"/>
                </a:solidFill>
                <a:latin typeface="Microsoft YaHei"/>
                <a:ea typeface="Microsoft YaHei"/>
                <a:cs typeface="Microsoft YaHei"/>
              </a:defRPr>
            </a:lvl1pPr>
            <a:lvl2pPr>
              <a:defRPr sz="1725" b="0">
                <a:solidFill>
                  <a:srgbClr val="627185"/>
                </a:solidFill>
                <a:latin typeface="Microsoft YaHei"/>
                <a:ea typeface="Microsoft YaHei"/>
                <a:cs typeface="Microsoft YaHei"/>
              </a:defRPr>
            </a:lvl2pPr>
            <a:lvl3pPr>
              <a:defRPr sz="1725" b="0">
                <a:solidFill>
                  <a:srgbClr val="627185"/>
                </a:solidFill>
                <a:latin typeface="Microsoft YaHei"/>
                <a:ea typeface="Microsoft YaHei"/>
                <a:cs typeface="Microsoft YaHei"/>
              </a:defRPr>
            </a:lvl3pPr>
            <a:lvl4pPr>
              <a:defRPr sz="1725" b="0">
                <a:solidFill>
                  <a:srgbClr val="627185"/>
                </a:solidFill>
                <a:latin typeface="Microsoft YaHei"/>
                <a:ea typeface="Microsoft YaHei"/>
                <a:cs typeface="Microsoft YaHei"/>
              </a:defRPr>
            </a:lvl4pPr>
            <a:lvl5pPr>
              <a:defRPr sz="1725" b="0">
                <a:solidFill>
                  <a:srgbClr val="627185"/>
                </a:solidFill>
                <a:latin typeface="Microsoft YaHei"/>
                <a:ea typeface="Microsoft YaHei"/>
                <a:cs typeface="Microsoft YaHei"/>
              </a:defRPr>
            </a:lvl5pPr>
            <a:lvl6pPr>
              <a:defRPr sz="1725" b="0">
                <a:solidFill>
                  <a:srgbClr val="627185"/>
                </a:solidFill>
                <a:latin typeface="Microsoft YaHei"/>
                <a:ea typeface="Microsoft YaHei"/>
                <a:cs typeface="Microsoft YaHei"/>
              </a:defRPr>
            </a:lvl6pPr>
            <a:lvl7pPr>
              <a:defRPr sz="1725" b="0">
                <a:solidFill>
                  <a:srgbClr val="627185"/>
                </a:solidFill>
                <a:latin typeface="Microsoft YaHei"/>
                <a:ea typeface="Microsoft YaHei"/>
                <a:cs typeface="Microsoft YaHei"/>
              </a:defRPr>
            </a:lvl7pPr>
            <a:lvl8pPr>
              <a:defRPr sz="1725" b="0">
                <a:solidFill>
                  <a:srgbClr val="627185"/>
                </a:solidFill>
                <a:latin typeface="Microsoft YaHei"/>
                <a:ea typeface="Microsoft YaHei"/>
                <a:cs typeface="Microsoft YaHei"/>
              </a:defRPr>
            </a:lvl8pPr>
            <a:lvl9pPr>
              <a:defRPr sz="1725" b="0">
                <a:solidFill>
                  <a:srgbClr val="627185"/>
                </a:solidFill>
                <a:latin typeface="Microsoft YaHei"/>
                <a:ea typeface="Microsoft YaHei"/>
                <a:cs typeface="Microsoft YaHei"/>
              </a:defRPr>
            </a:lvl9pPr>
          </a:lstStyle>
          <a:p xmlns:a="http://schemas.openxmlformats.org/drawingml/2006/main">
            <a:pPr>
              <a:defRPr sz="1725" b="0">
                <a:solidFill>
                  <a:srgbClr val="627185"/>
                </a:solidFill>
                <a:latin typeface="Microsoft YaHei"/>
                <a:ea typeface="Microsoft YaHei"/>
                <a:cs typeface="Microsoft YaHei"/>
              </a:defRPr>
            </a:pPr>
            <a:r>
              <a:rPr sz="1725" b="0">
                <a:solidFill>
                  <a:srgbClr val="627185"/>
                </a:solidFill>
                <a:latin typeface="Microsoft YaHei"/>
                <a:ea typeface="Microsoft YaHei"/>
                <a:cs typeface="Microsoft YaHei"/>
              </a:rPr>
              <a:t>Generate experiment_id and select dataset, model, scorers and runtime.</a:t>
            </a:r>
          </a:p>
        </p:txBody>
      </p:sp>
      <p:sp>
        <p:nvSpPr>
          <p:cNvPr id="7" name="">
            <a:extLst xmlns:a="http://schemas.openxmlformats.org/drawingml/2006/main">
              <a:ext uri="{FF2B5EF4-FFF2-40B4-BE49-F238E27FC236}">
                <a16:creationId xmlns:a16="http://schemas.microsoft.com/office/drawing/2014/main" id="{5DFBB6E6-8715-44DB-9D54-5E979AD95284}"/>
              </a:ext>
            </a:extLst>
          </p:cNvPr>
          <p:cNvSpPr>
            <a:spLocks xmlns:a="http://schemas.openxmlformats.org/drawingml/2006/main" noGrp="1"/>
          </p:cNvSpPr>
          <p:nvPr/>
        </p:nvSpPr>
        <p:spPr>
          <a:xfrm xmlns:a="http://schemas.openxmlformats.org/drawingml/2006/main">
            <a:off x="638175" y="27241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315FBB"/>
                </a:solidFill>
                <a:latin typeface="Microsoft YaHei"/>
                <a:ea typeface="Microsoft YaHei"/>
                <a:cs typeface="Microsoft YaHei"/>
              </a:defRPr>
            </a:defPPr>
            <a:lvl1pPr>
              <a:defRPr sz="2325" b="1">
                <a:solidFill>
                  <a:srgbClr val="315FBB"/>
                </a:solidFill>
                <a:latin typeface="Microsoft YaHei"/>
                <a:ea typeface="Microsoft YaHei"/>
                <a:cs typeface="Microsoft YaHei"/>
              </a:defRPr>
            </a:lvl1pPr>
            <a:lvl2pPr>
              <a:defRPr sz="2325" b="1">
                <a:solidFill>
                  <a:srgbClr val="315FBB"/>
                </a:solidFill>
                <a:latin typeface="Microsoft YaHei"/>
                <a:ea typeface="Microsoft YaHei"/>
                <a:cs typeface="Microsoft YaHei"/>
              </a:defRPr>
            </a:lvl2pPr>
            <a:lvl3pPr>
              <a:defRPr sz="2325" b="1">
                <a:solidFill>
                  <a:srgbClr val="315FBB"/>
                </a:solidFill>
                <a:latin typeface="Microsoft YaHei"/>
                <a:ea typeface="Microsoft YaHei"/>
                <a:cs typeface="Microsoft YaHei"/>
              </a:defRPr>
            </a:lvl3pPr>
            <a:lvl4pPr>
              <a:defRPr sz="2325" b="1">
                <a:solidFill>
                  <a:srgbClr val="315FBB"/>
                </a:solidFill>
                <a:latin typeface="Microsoft YaHei"/>
                <a:ea typeface="Microsoft YaHei"/>
                <a:cs typeface="Microsoft YaHei"/>
              </a:defRPr>
            </a:lvl4pPr>
            <a:lvl5pPr>
              <a:defRPr sz="2325" b="1">
                <a:solidFill>
                  <a:srgbClr val="315FBB"/>
                </a:solidFill>
                <a:latin typeface="Microsoft YaHei"/>
                <a:ea typeface="Microsoft YaHei"/>
                <a:cs typeface="Microsoft YaHei"/>
              </a:defRPr>
            </a:lvl5pPr>
            <a:lvl6pPr>
              <a:defRPr sz="2325" b="1">
                <a:solidFill>
                  <a:srgbClr val="315FBB"/>
                </a:solidFill>
                <a:latin typeface="Microsoft YaHei"/>
                <a:ea typeface="Microsoft YaHei"/>
                <a:cs typeface="Microsoft YaHei"/>
              </a:defRPr>
            </a:lvl6pPr>
            <a:lvl7pPr>
              <a:defRPr sz="2325" b="1">
                <a:solidFill>
                  <a:srgbClr val="315FBB"/>
                </a:solidFill>
                <a:latin typeface="Microsoft YaHei"/>
                <a:ea typeface="Microsoft YaHei"/>
                <a:cs typeface="Microsoft YaHei"/>
              </a:defRPr>
            </a:lvl7pPr>
            <a:lvl8pPr>
              <a:defRPr sz="2325" b="1">
                <a:solidFill>
                  <a:srgbClr val="315FBB"/>
                </a:solidFill>
                <a:latin typeface="Microsoft YaHei"/>
                <a:ea typeface="Microsoft YaHei"/>
                <a:cs typeface="Microsoft YaHei"/>
              </a:defRPr>
            </a:lvl8pPr>
            <a:lvl9pPr>
              <a:defRPr sz="2325" b="1">
                <a:solidFill>
                  <a:srgbClr val="315FBB"/>
                </a:solidFill>
                <a:latin typeface="Microsoft YaHei"/>
                <a:ea typeface="Microsoft YaHei"/>
                <a:cs typeface="Microsoft YaHei"/>
              </a:defRPr>
            </a:lvl9pPr>
          </a:lstStyle>
          <a:p xmlns:a="http://schemas.openxmlformats.org/drawingml/2006/main">
            <a:pPr>
              <a:defRPr sz="2325" b="1">
                <a:solidFill>
                  <a:srgbClr val="315FBB"/>
                </a:solidFill>
                <a:latin typeface="Microsoft YaHei"/>
                <a:ea typeface="Microsoft YaHei"/>
                <a:cs typeface="Microsoft YaHei"/>
              </a:defRPr>
            </a:pPr>
            <a:r>
              <a:rPr sz="2325" b="1">
                <a:solidFill>
                  <a:srgbClr val="315FBB"/>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70D0490B-F83D-4215-B731-3FCAE80E5C37}"/>
              </a:ext>
            </a:extLst>
          </p:cNvPr>
          <p:cNvSpPr>
            <a:spLocks xmlns:a="http://schemas.openxmlformats.org/drawingml/2006/main" noGrp="1"/>
          </p:cNvSpPr>
          <p:nvPr/>
        </p:nvSpPr>
        <p:spPr>
          <a:xfrm xmlns:a="http://schemas.openxmlformats.org/drawingml/2006/main">
            <a:off x="1495425" y="27241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63D"/>
                </a:solidFill>
                <a:latin typeface="Microsoft YaHei"/>
                <a:ea typeface="Microsoft YaHei"/>
                <a:cs typeface="Microsoft YaHei"/>
              </a:defRPr>
            </a:defPPr>
            <a:lvl1pPr>
              <a:defRPr sz="2025" b="1">
                <a:solidFill>
                  <a:srgbClr val="14263D"/>
                </a:solidFill>
                <a:latin typeface="Microsoft YaHei"/>
                <a:ea typeface="Microsoft YaHei"/>
                <a:cs typeface="Microsoft YaHei"/>
              </a:defRPr>
            </a:lvl1pPr>
            <a:lvl2pPr>
              <a:defRPr sz="2025" b="1">
                <a:solidFill>
                  <a:srgbClr val="14263D"/>
                </a:solidFill>
                <a:latin typeface="Microsoft YaHei"/>
                <a:ea typeface="Microsoft YaHei"/>
                <a:cs typeface="Microsoft YaHei"/>
              </a:defRPr>
            </a:lvl2pPr>
            <a:lvl3pPr>
              <a:defRPr sz="2025" b="1">
                <a:solidFill>
                  <a:srgbClr val="14263D"/>
                </a:solidFill>
                <a:latin typeface="Microsoft YaHei"/>
                <a:ea typeface="Microsoft YaHei"/>
                <a:cs typeface="Microsoft YaHei"/>
              </a:defRPr>
            </a:lvl3pPr>
            <a:lvl4pPr>
              <a:defRPr sz="2025" b="1">
                <a:solidFill>
                  <a:srgbClr val="14263D"/>
                </a:solidFill>
                <a:latin typeface="Microsoft YaHei"/>
                <a:ea typeface="Microsoft YaHei"/>
                <a:cs typeface="Microsoft YaHei"/>
              </a:defRPr>
            </a:lvl4pPr>
            <a:lvl5pPr>
              <a:defRPr sz="2025" b="1">
                <a:solidFill>
                  <a:srgbClr val="14263D"/>
                </a:solidFill>
                <a:latin typeface="Microsoft YaHei"/>
                <a:ea typeface="Microsoft YaHei"/>
                <a:cs typeface="Microsoft YaHei"/>
              </a:defRPr>
            </a:lvl5pPr>
            <a:lvl6pPr>
              <a:defRPr sz="2025" b="1">
                <a:solidFill>
                  <a:srgbClr val="14263D"/>
                </a:solidFill>
                <a:latin typeface="Microsoft YaHei"/>
                <a:ea typeface="Microsoft YaHei"/>
                <a:cs typeface="Microsoft YaHei"/>
              </a:defRPr>
            </a:lvl6pPr>
            <a:lvl7pPr>
              <a:defRPr sz="2025" b="1">
                <a:solidFill>
                  <a:srgbClr val="14263D"/>
                </a:solidFill>
                <a:latin typeface="Microsoft YaHei"/>
                <a:ea typeface="Microsoft YaHei"/>
                <a:cs typeface="Microsoft YaHei"/>
              </a:defRPr>
            </a:lvl7pPr>
            <a:lvl8pPr>
              <a:defRPr sz="2025" b="1">
                <a:solidFill>
                  <a:srgbClr val="14263D"/>
                </a:solidFill>
                <a:latin typeface="Microsoft YaHei"/>
                <a:ea typeface="Microsoft YaHei"/>
                <a:cs typeface="Microsoft YaHei"/>
              </a:defRPr>
            </a:lvl8pPr>
            <a:lvl9pPr>
              <a:defRPr sz="2025" b="1">
                <a:solidFill>
                  <a:srgbClr val="14263D"/>
                </a:solidFill>
                <a:latin typeface="Microsoft YaHei"/>
                <a:ea typeface="Microsoft YaHei"/>
                <a:cs typeface="Microsoft YaHei"/>
              </a:defRPr>
            </a:lvl9pPr>
          </a:lstStyle>
          <a:p xmlns:a="http://schemas.openxmlformats.org/drawingml/2006/main">
            <a:pPr>
              <a:defRPr sz="2025" b="1">
                <a:solidFill>
                  <a:srgbClr val="14263D"/>
                </a:solidFill>
                <a:latin typeface="Microsoft YaHei"/>
                <a:ea typeface="Microsoft YaHei"/>
                <a:cs typeface="Microsoft YaHei"/>
              </a:defRPr>
            </a:pPr>
            <a:r>
              <a:rPr sz="2025" b="1">
                <a:solidFill>
                  <a:srgbClr val="14263D"/>
                </a:solidFill>
                <a:latin typeface="Microsoft YaHei"/>
                <a:ea typeface="Microsoft YaHei"/>
                <a:cs typeface="Microsoft YaHei"/>
              </a:rPr>
              <a:t>Start the runtime</a:t>
            </a:r>
          </a:p>
        </p:txBody>
      </p:sp>
      <p:sp>
        <p:nvSpPr>
          <p:cNvPr id="9" name="">
            <a:extLst xmlns:a="http://schemas.openxmlformats.org/drawingml/2006/main">
              <a:ext uri="{FF2B5EF4-FFF2-40B4-BE49-F238E27FC236}">
                <a16:creationId xmlns:a16="http://schemas.microsoft.com/office/drawing/2014/main" id="{CD14EB44-144A-4C68-B904-A829B7DF062C}"/>
              </a:ext>
            </a:extLst>
          </p:cNvPr>
          <p:cNvSpPr>
            <a:spLocks xmlns:a="http://schemas.openxmlformats.org/drawingml/2006/main" noGrp="1"/>
          </p:cNvSpPr>
          <p:nvPr/>
        </p:nvSpPr>
        <p:spPr>
          <a:xfrm xmlns:a="http://schemas.openxmlformats.org/drawingml/2006/main">
            <a:off x="4857750" y="2743200"/>
            <a:ext cx="6705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185"/>
                </a:solidFill>
                <a:latin typeface="Microsoft YaHei"/>
                <a:ea typeface="Microsoft YaHei"/>
                <a:cs typeface="Microsoft YaHei"/>
              </a:defRPr>
            </a:defPPr>
            <a:lvl1pPr>
              <a:defRPr sz="1725" b="0">
                <a:solidFill>
                  <a:srgbClr val="627185"/>
                </a:solidFill>
                <a:latin typeface="Microsoft YaHei"/>
                <a:ea typeface="Microsoft YaHei"/>
                <a:cs typeface="Microsoft YaHei"/>
              </a:defRPr>
            </a:lvl1pPr>
            <a:lvl2pPr>
              <a:defRPr sz="1725" b="0">
                <a:solidFill>
                  <a:srgbClr val="627185"/>
                </a:solidFill>
                <a:latin typeface="Microsoft YaHei"/>
                <a:ea typeface="Microsoft YaHei"/>
                <a:cs typeface="Microsoft YaHei"/>
              </a:defRPr>
            </a:lvl2pPr>
            <a:lvl3pPr>
              <a:defRPr sz="1725" b="0">
                <a:solidFill>
                  <a:srgbClr val="627185"/>
                </a:solidFill>
                <a:latin typeface="Microsoft YaHei"/>
                <a:ea typeface="Microsoft YaHei"/>
                <a:cs typeface="Microsoft YaHei"/>
              </a:defRPr>
            </a:lvl3pPr>
            <a:lvl4pPr>
              <a:defRPr sz="1725" b="0">
                <a:solidFill>
                  <a:srgbClr val="627185"/>
                </a:solidFill>
                <a:latin typeface="Microsoft YaHei"/>
                <a:ea typeface="Microsoft YaHei"/>
                <a:cs typeface="Microsoft YaHei"/>
              </a:defRPr>
            </a:lvl4pPr>
            <a:lvl5pPr>
              <a:defRPr sz="1725" b="0">
                <a:solidFill>
                  <a:srgbClr val="627185"/>
                </a:solidFill>
                <a:latin typeface="Microsoft YaHei"/>
                <a:ea typeface="Microsoft YaHei"/>
                <a:cs typeface="Microsoft YaHei"/>
              </a:defRPr>
            </a:lvl5pPr>
            <a:lvl6pPr>
              <a:defRPr sz="1725" b="0">
                <a:solidFill>
                  <a:srgbClr val="627185"/>
                </a:solidFill>
                <a:latin typeface="Microsoft YaHei"/>
                <a:ea typeface="Microsoft YaHei"/>
                <a:cs typeface="Microsoft YaHei"/>
              </a:defRPr>
            </a:lvl6pPr>
            <a:lvl7pPr>
              <a:defRPr sz="1725" b="0">
                <a:solidFill>
                  <a:srgbClr val="627185"/>
                </a:solidFill>
                <a:latin typeface="Microsoft YaHei"/>
                <a:ea typeface="Microsoft YaHei"/>
                <a:cs typeface="Microsoft YaHei"/>
              </a:defRPr>
            </a:lvl7pPr>
            <a:lvl8pPr>
              <a:defRPr sz="1725" b="0">
                <a:solidFill>
                  <a:srgbClr val="627185"/>
                </a:solidFill>
                <a:latin typeface="Microsoft YaHei"/>
                <a:ea typeface="Microsoft YaHei"/>
                <a:cs typeface="Microsoft YaHei"/>
              </a:defRPr>
            </a:lvl8pPr>
            <a:lvl9pPr>
              <a:defRPr sz="1725" b="0">
                <a:solidFill>
                  <a:srgbClr val="627185"/>
                </a:solidFill>
                <a:latin typeface="Microsoft YaHei"/>
                <a:ea typeface="Microsoft YaHei"/>
                <a:cs typeface="Microsoft YaHei"/>
              </a:defRPr>
            </a:lvl9pPr>
          </a:lstStyle>
          <a:p xmlns:a="http://schemas.openxmlformats.org/drawingml/2006/main">
            <a:pPr>
              <a:defRPr sz="1725" b="0">
                <a:solidFill>
                  <a:srgbClr val="627185"/>
                </a:solidFill>
                <a:latin typeface="Microsoft YaHei"/>
                <a:ea typeface="Microsoft YaHei"/>
                <a:cs typeface="Microsoft YaHei"/>
              </a:defRPr>
            </a:pPr>
            <a:r>
              <a:rPr sz="1725" b="0">
                <a:solidFill>
                  <a:srgbClr val="627185"/>
                </a:solidFill>
                <a:latin typeface="Microsoft YaHei"/>
                <a:ea typeface="Microsoft YaHei"/>
                <a:cs typeface="Microsoft YaHei"/>
              </a:rPr>
              <a:t>Create an OpenShell sandbox and inject environment variables.</a:t>
            </a:r>
          </a:p>
        </p:txBody>
      </p:sp>
      <p:sp>
        <p:nvSpPr>
          <p:cNvPr id="10" name="">
            <a:extLst xmlns:a="http://schemas.openxmlformats.org/drawingml/2006/main">
              <a:ext uri="{FF2B5EF4-FFF2-40B4-BE49-F238E27FC236}">
                <a16:creationId xmlns:a16="http://schemas.microsoft.com/office/drawing/2014/main" id="{13942D78-F29D-4CD1-A072-33FB0E351A9A}"/>
              </a:ext>
            </a:extLst>
          </p:cNvPr>
          <p:cNvSpPr>
            <a:spLocks xmlns:a="http://schemas.openxmlformats.org/drawingml/2006/main" noGrp="1"/>
          </p:cNvSpPr>
          <p:nvPr/>
        </p:nvSpPr>
        <p:spPr>
          <a:xfrm xmlns:a="http://schemas.openxmlformats.org/drawingml/2006/main">
            <a:off x="638175" y="35623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315FBB"/>
                </a:solidFill>
                <a:latin typeface="Microsoft YaHei"/>
                <a:ea typeface="Microsoft YaHei"/>
                <a:cs typeface="Microsoft YaHei"/>
              </a:defRPr>
            </a:defPPr>
            <a:lvl1pPr>
              <a:defRPr sz="2325" b="1">
                <a:solidFill>
                  <a:srgbClr val="315FBB"/>
                </a:solidFill>
                <a:latin typeface="Microsoft YaHei"/>
                <a:ea typeface="Microsoft YaHei"/>
                <a:cs typeface="Microsoft YaHei"/>
              </a:defRPr>
            </a:lvl1pPr>
            <a:lvl2pPr>
              <a:defRPr sz="2325" b="1">
                <a:solidFill>
                  <a:srgbClr val="315FBB"/>
                </a:solidFill>
                <a:latin typeface="Microsoft YaHei"/>
                <a:ea typeface="Microsoft YaHei"/>
                <a:cs typeface="Microsoft YaHei"/>
              </a:defRPr>
            </a:lvl2pPr>
            <a:lvl3pPr>
              <a:defRPr sz="2325" b="1">
                <a:solidFill>
                  <a:srgbClr val="315FBB"/>
                </a:solidFill>
                <a:latin typeface="Microsoft YaHei"/>
                <a:ea typeface="Microsoft YaHei"/>
                <a:cs typeface="Microsoft YaHei"/>
              </a:defRPr>
            </a:lvl3pPr>
            <a:lvl4pPr>
              <a:defRPr sz="2325" b="1">
                <a:solidFill>
                  <a:srgbClr val="315FBB"/>
                </a:solidFill>
                <a:latin typeface="Microsoft YaHei"/>
                <a:ea typeface="Microsoft YaHei"/>
                <a:cs typeface="Microsoft YaHei"/>
              </a:defRPr>
            </a:lvl4pPr>
            <a:lvl5pPr>
              <a:defRPr sz="2325" b="1">
                <a:solidFill>
                  <a:srgbClr val="315FBB"/>
                </a:solidFill>
                <a:latin typeface="Microsoft YaHei"/>
                <a:ea typeface="Microsoft YaHei"/>
                <a:cs typeface="Microsoft YaHei"/>
              </a:defRPr>
            </a:lvl5pPr>
            <a:lvl6pPr>
              <a:defRPr sz="2325" b="1">
                <a:solidFill>
                  <a:srgbClr val="315FBB"/>
                </a:solidFill>
                <a:latin typeface="Microsoft YaHei"/>
                <a:ea typeface="Microsoft YaHei"/>
                <a:cs typeface="Microsoft YaHei"/>
              </a:defRPr>
            </a:lvl6pPr>
            <a:lvl7pPr>
              <a:defRPr sz="2325" b="1">
                <a:solidFill>
                  <a:srgbClr val="315FBB"/>
                </a:solidFill>
                <a:latin typeface="Microsoft YaHei"/>
                <a:ea typeface="Microsoft YaHei"/>
                <a:cs typeface="Microsoft YaHei"/>
              </a:defRPr>
            </a:lvl7pPr>
            <a:lvl8pPr>
              <a:defRPr sz="2325" b="1">
                <a:solidFill>
                  <a:srgbClr val="315FBB"/>
                </a:solidFill>
                <a:latin typeface="Microsoft YaHei"/>
                <a:ea typeface="Microsoft YaHei"/>
                <a:cs typeface="Microsoft YaHei"/>
              </a:defRPr>
            </a:lvl8pPr>
            <a:lvl9pPr>
              <a:defRPr sz="2325" b="1">
                <a:solidFill>
                  <a:srgbClr val="315FBB"/>
                </a:solidFill>
                <a:latin typeface="Microsoft YaHei"/>
                <a:ea typeface="Microsoft YaHei"/>
                <a:cs typeface="Microsoft YaHei"/>
              </a:defRPr>
            </a:lvl9pPr>
          </a:lstStyle>
          <a:p xmlns:a="http://schemas.openxmlformats.org/drawingml/2006/main">
            <a:pPr>
              <a:defRPr sz="2325" b="1">
                <a:solidFill>
                  <a:srgbClr val="315FBB"/>
                </a:solidFill>
                <a:latin typeface="Microsoft YaHei"/>
                <a:ea typeface="Microsoft YaHei"/>
                <a:cs typeface="Microsoft YaHei"/>
              </a:defRPr>
            </a:pPr>
            <a:r>
              <a:rPr sz="2325" b="1">
                <a:solidFill>
                  <a:srgbClr val="315FBB"/>
                </a:solidFill>
                <a:latin typeface="Microsoft YaHei"/>
                <a:ea typeface="Microsoft YaHei"/>
                <a:cs typeface="Microsoft YaHei"/>
              </a:rPr>
              <a:t>03</a:t>
            </a:r>
          </a:p>
        </p:txBody>
      </p:sp>
      <p:sp>
        <p:nvSpPr>
          <p:cNvPr id="11" name="">
            <a:extLst xmlns:a="http://schemas.openxmlformats.org/drawingml/2006/main">
              <a:ext uri="{FF2B5EF4-FFF2-40B4-BE49-F238E27FC236}">
                <a16:creationId xmlns:a16="http://schemas.microsoft.com/office/drawing/2014/main" id="{532E175C-AA44-4568-8CD5-C909F299E194}"/>
              </a:ext>
            </a:extLst>
          </p:cNvPr>
          <p:cNvSpPr>
            <a:spLocks xmlns:a="http://schemas.openxmlformats.org/drawingml/2006/main" noGrp="1"/>
          </p:cNvSpPr>
          <p:nvPr/>
        </p:nvSpPr>
        <p:spPr>
          <a:xfrm xmlns:a="http://schemas.openxmlformats.org/drawingml/2006/main">
            <a:off x="1495425" y="35623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63D"/>
                </a:solidFill>
                <a:latin typeface="Microsoft YaHei"/>
                <a:ea typeface="Microsoft YaHei"/>
                <a:cs typeface="Microsoft YaHei"/>
              </a:defRPr>
            </a:defPPr>
            <a:lvl1pPr>
              <a:defRPr sz="2025" b="1">
                <a:solidFill>
                  <a:srgbClr val="14263D"/>
                </a:solidFill>
                <a:latin typeface="Microsoft YaHei"/>
                <a:ea typeface="Microsoft YaHei"/>
                <a:cs typeface="Microsoft YaHei"/>
              </a:defRPr>
            </a:lvl1pPr>
            <a:lvl2pPr>
              <a:defRPr sz="2025" b="1">
                <a:solidFill>
                  <a:srgbClr val="14263D"/>
                </a:solidFill>
                <a:latin typeface="Microsoft YaHei"/>
                <a:ea typeface="Microsoft YaHei"/>
                <a:cs typeface="Microsoft YaHei"/>
              </a:defRPr>
            </a:lvl2pPr>
            <a:lvl3pPr>
              <a:defRPr sz="2025" b="1">
                <a:solidFill>
                  <a:srgbClr val="14263D"/>
                </a:solidFill>
                <a:latin typeface="Microsoft YaHei"/>
                <a:ea typeface="Microsoft YaHei"/>
                <a:cs typeface="Microsoft YaHei"/>
              </a:defRPr>
            </a:lvl3pPr>
            <a:lvl4pPr>
              <a:defRPr sz="2025" b="1">
                <a:solidFill>
                  <a:srgbClr val="14263D"/>
                </a:solidFill>
                <a:latin typeface="Microsoft YaHei"/>
                <a:ea typeface="Microsoft YaHei"/>
                <a:cs typeface="Microsoft YaHei"/>
              </a:defRPr>
            </a:lvl4pPr>
            <a:lvl5pPr>
              <a:defRPr sz="2025" b="1">
                <a:solidFill>
                  <a:srgbClr val="14263D"/>
                </a:solidFill>
                <a:latin typeface="Microsoft YaHei"/>
                <a:ea typeface="Microsoft YaHei"/>
                <a:cs typeface="Microsoft YaHei"/>
              </a:defRPr>
            </a:lvl5pPr>
            <a:lvl6pPr>
              <a:defRPr sz="2025" b="1">
                <a:solidFill>
                  <a:srgbClr val="14263D"/>
                </a:solidFill>
                <a:latin typeface="Microsoft YaHei"/>
                <a:ea typeface="Microsoft YaHei"/>
                <a:cs typeface="Microsoft YaHei"/>
              </a:defRPr>
            </a:lvl6pPr>
            <a:lvl7pPr>
              <a:defRPr sz="2025" b="1">
                <a:solidFill>
                  <a:srgbClr val="14263D"/>
                </a:solidFill>
                <a:latin typeface="Microsoft YaHei"/>
                <a:ea typeface="Microsoft YaHei"/>
                <a:cs typeface="Microsoft YaHei"/>
              </a:defRPr>
            </a:lvl7pPr>
            <a:lvl8pPr>
              <a:defRPr sz="2025" b="1">
                <a:solidFill>
                  <a:srgbClr val="14263D"/>
                </a:solidFill>
                <a:latin typeface="Microsoft YaHei"/>
                <a:ea typeface="Microsoft YaHei"/>
                <a:cs typeface="Microsoft YaHei"/>
              </a:defRPr>
            </a:lvl8pPr>
            <a:lvl9pPr>
              <a:defRPr sz="2025" b="1">
                <a:solidFill>
                  <a:srgbClr val="14263D"/>
                </a:solidFill>
                <a:latin typeface="Microsoft YaHei"/>
                <a:ea typeface="Microsoft YaHei"/>
                <a:cs typeface="Microsoft YaHei"/>
              </a:defRPr>
            </a:lvl9pPr>
          </a:lstStyle>
          <a:p xmlns:a="http://schemas.openxmlformats.org/drawingml/2006/main">
            <a:pPr>
              <a:defRPr sz="2025" b="1">
                <a:solidFill>
                  <a:srgbClr val="14263D"/>
                </a:solidFill>
                <a:latin typeface="Microsoft YaHei"/>
                <a:ea typeface="Microsoft YaHei"/>
                <a:cs typeface="Microsoft YaHei"/>
              </a:defRPr>
            </a:pPr>
            <a:r>
              <a:rPr sz="2025" b="1">
                <a:solidFill>
                  <a:srgbClr val="14263D"/>
                </a:solidFill>
                <a:latin typeface="Microsoft YaHei"/>
                <a:ea typeface="Microsoft YaHei"/>
                <a:cs typeface="Microsoft YaHei"/>
              </a:rPr>
              <a:t>Load inputs</a:t>
            </a:r>
          </a:p>
        </p:txBody>
      </p:sp>
      <p:sp>
        <p:nvSpPr>
          <p:cNvPr id="12" name="">
            <a:extLst xmlns:a="http://schemas.openxmlformats.org/drawingml/2006/main">
              <a:ext uri="{FF2B5EF4-FFF2-40B4-BE49-F238E27FC236}">
                <a16:creationId xmlns:a16="http://schemas.microsoft.com/office/drawing/2014/main" id="{F8CEAD16-042D-4F5B-B0FE-2E40BFEFD44B}"/>
              </a:ext>
            </a:extLst>
          </p:cNvPr>
          <p:cNvSpPr>
            <a:spLocks xmlns:a="http://schemas.openxmlformats.org/drawingml/2006/main" noGrp="1"/>
          </p:cNvSpPr>
          <p:nvPr/>
        </p:nvSpPr>
        <p:spPr>
          <a:xfrm xmlns:a="http://schemas.openxmlformats.org/drawingml/2006/main">
            <a:off x="4857750" y="3581400"/>
            <a:ext cx="6705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185"/>
                </a:solidFill>
                <a:latin typeface="Microsoft YaHei"/>
                <a:ea typeface="Microsoft YaHei"/>
                <a:cs typeface="Microsoft YaHei"/>
              </a:defRPr>
            </a:defPPr>
            <a:lvl1pPr>
              <a:defRPr sz="1725" b="0">
                <a:solidFill>
                  <a:srgbClr val="627185"/>
                </a:solidFill>
                <a:latin typeface="Microsoft YaHei"/>
                <a:ea typeface="Microsoft YaHei"/>
                <a:cs typeface="Microsoft YaHei"/>
              </a:defRPr>
            </a:lvl1pPr>
            <a:lvl2pPr>
              <a:defRPr sz="1725" b="0">
                <a:solidFill>
                  <a:srgbClr val="627185"/>
                </a:solidFill>
                <a:latin typeface="Microsoft YaHei"/>
                <a:ea typeface="Microsoft YaHei"/>
                <a:cs typeface="Microsoft YaHei"/>
              </a:defRPr>
            </a:lvl2pPr>
            <a:lvl3pPr>
              <a:defRPr sz="1725" b="0">
                <a:solidFill>
                  <a:srgbClr val="627185"/>
                </a:solidFill>
                <a:latin typeface="Microsoft YaHei"/>
                <a:ea typeface="Microsoft YaHei"/>
                <a:cs typeface="Microsoft YaHei"/>
              </a:defRPr>
            </a:lvl3pPr>
            <a:lvl4pPr>
              <a:defRPr sz="1725" b="0">
                <a:solidFill>
                  <a:srgbClr val="627185"/>
                </a:solidFill>
                <a:latin typeface="Microsoft YaHei"/>
                <a:ea typeface="Microsoft YaHei"/>
                <a:cs typeface="Microsoft YaHei"/>
              </a:defRPr>
            </a:lvl4pPr>
            <a:lvl5pPr>
              <a:defRPr sz="1725" b="0">
                <a:solidFill>
                  <a:srgbClr val="627185"/>
                </a:solidFill>
                <a:latin typeface="Microsoft YaHei"/>
                <a:ea typeface="Microsoft YaHei"/>
                <a:cs typeface="Microsoft YaHei"/>
              </a:defRPr>
            </a:lvl5pPr>
            <a:lvl6pPr>
              <a:defRPr sz="1725" b="0">
                <a:solidFill>
                  <a:srgbClr val="627185"/>
                </a:solidFill>
                <a:latin typeface="Microsoft YaHei"/>
                <a:ea typeface="Microsoft YaHei"/>
                <a:cs typeface="Microsoft YaHei"/>
              </a:defRPr>
            </a:lvl6pPr>
            <a:lvl7pPr>
              <a:defRPr sz="1725" b="0">
                <a:solidFill>
                  <a:srgbClr val="627185"/>
                </a:solidFill>
                <a:latin typeface="Microsoft YaHei"/>
                <a:ea typeface="Microsoft YaHei"/>
                <a:cs typeface="Microsoft YaHei"/>
              </a:defRPr>
            </a:lvl7pPr>
            <a:lvl8pPr>
              <a:defRPr sz="1725" b="0">
                <a:solidFill>
                  <a:srgbClr val="627185"/>
                </a:solidFill>
                <a:latin typeface="Microsoft YaHei"/>
                <a:ea typeface="Microsoft YaHei"/>
                <a:cs typeface="Microsoft YaHei"/>
              </a:defRPr>
            </a:lvl8pPr>
            <a:lvl9pPr>
              <a:defRPr sz="1725" b="0">
                <a:solidFill>
                  <a:srgbClr val="627185"/>
                </a:solidFill>
                <a:latin typeface="Microsoft YaHei"/>
                <a:ea typeface="Microsoft YaHei"/>
                <a:cs typeface="Microsoft YaHei"/>
              </a:defRPr>
            </a:lvl9pPr>
          </a:lstStyle>
          <a:p xmlns:a="http://schemas.openxmlformats.org/drawingml/2006/main">
            <a:pPr>
              <a:defRPr sz="1725" b="0">
                <a:solidFill>
                  <a:srgbClr val="627185"/>
                </a:solidFill>
                <a:latin typeface="Microsoft YaHei"/>
                <a:ea typeface="Microsoft YaHei"/>
                <a:cs typeface="Microsoft YaHei"/>
              </a:defRPr>
            </a:pPr>
            <a:r>
              <a:rPr sz="1725" b="0">
                <a:solidFill>
                  <a:srgbClr val="627185"/>
                </a:solidFill>
                <a:latin typeface="Microsoft YaHei"/>
                <a:ea typeface="Microsoft YaHei"/>
                <a:cs typeface="Microsoft YaHei"/>
              </a:rPr>
              <a:t>Read Dataset from Langfuse and load the scorer library.</a:t>
            </a:r>
          </a:p>
        </p:txBody>
      </p:sp>
      <p:sp>
        <p:nvSpPr>
          <p:cNvPr id="13" name="">
            <a:extLst xmlns:a="http://schemas.openxmlformats.org/drawingml/2006/main">
              <a:ext uri="{FF2B5EF4-FFF2-40B4-BE49-F238E27FC236}">
                <a16:creationId xmlns:a16="http://schemas.microsoft.com/office/drawing/2014/main" id="{1B2EBD91-2CC8-4796-ACCA-D14A2DF7D550}"/>
              </a:ext>
            </a:extLst>
          </p:cNvPr>
          <p:cNvSpPr>
            <a:spLocks xmlns:a="http://schemas.openxmlformats.org/drawingml/2006/main" noGrp="1"/>
          </p:cNvSpPr>
          <p:nvPr/>
        </p:nvSpPr>
        <p:spPr>
          <a:xfrm xmlns:a="http://schemas.openxmlformats.org/drawingml/2006/main">
            <a:off x="638175" y="44005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315FBB"/>
                </a:solidFill>
                <a:latin typeface="Microsoft YaHei"/>
                <a:ea typeface="Microsoft YaHei"/>
                <a:cs typeface="Microsoft YaHei"/>
              </a:defRPr>
            </a:defPPr>
            <a:lvl1pPr>
              <a:defRPr sz="2325" b="1">
                <a:solidFill>
                  <a:srgbClr val="315FBB"/>
                </a:solidFill>
                <a:latin typeface="Microsoft YaHei"/>
                <a:ea typeface="Microsoft YaHei"/>
                <a:cs typeface="Microsoft YaHei"/>
              </a:defRPr>
            </a:lvl1pPr>
            <a:lvl2pPr>
              <a:defRPr sz="2325" b="1">
                <a:solidFill>
                  <a:srgbClr val="315FBB"/>
                </a:solidFill>
                <a:latin typeface="Microsoft YaHei"/>
                <a:ea typeface="Microsoft YaHei"/>
                <a:cs typeface="Microsoft YaHei"/>
              </a:defRPr>
            </a:lvl2pPr>
            <a:lvl3pPr>
              <a:defRPr sz="2325" b="1">
                <a:solidFill>
                  <a:srgbClr val="315FBB"/>
                </a:solidFill>
                <a:latin typeface="Microsoft YaHei"/>
                <a:ea typeface="Microsoft YaHei"/>
                <a:cs typeface="Microsoft YaHei"/>
              </a:defRPr>
            </a:lvl3pPr>
            <a:lvl4pPr>
              <a:defRPr sz="2325" b="1">
                <a:solidFill>
                  <a:srgbClr val="315FBB"/>
                </a:solidFill>
                <a:latin typeface="Microsoft YaHei"/>
                <a:ea typeface="Microsoft YaHei"/>
                <a:cs typeface="Microsoft YaHei"/>
              </a:defRPr>
            </a:lvl4pPr>
            <a:lvl5pPr>
              <a:defRPr sz="2325" b="1">
                <a:solidFill>
                  <a:srgbClr val="315FBB"/>
                </a:solidFill>
                <a:latin typeface="Microsoft YaHei"/>
                <a:ea typeface="Microsoft YaHei"/>
                <a:cs typeface="Microsoft YaHei"/>
              </a:defRPr>
            </a:lvl5pPr>
            <a:lvl6pPr>
              <a:defRPr sz="2325" b="1">
                <a:solidFill>
                  <a:srgbClr val="315FBB"/>
                </a:solidFill>
                <a:latin typeface="Microsoft YaHei"/>
                <a:ea typeface="Microsoft YaHei"/>
                <a:cs typeface="Microsoft YaHei"/>
              </a:defRPr>
            </a:lvl6pPr>
            <a:lvl7pPr>
              <a:defRPr sz="2325" b="1">
                <a:solidFill>
                  <a:srgbClr val="315FBB"/>
                </a:solidFill>
                <a:latin typeface="Microsoft YaHei"/>
                <a:ea typeface="Microsoft YaHei"/>
                <a:cs typeface="Microsoft YaHei"/>
              </a:defRPr>
            </a:lvl7pPr>
            <a:lvl8pPr>
              <a:defRPr sz="2325" b="1">
                <a:solidFill>
                  <a:srgbClr val="315FBB"/>
                </a:solidFill>
                <a:latin typeface="Microsoft YaHei"/>
                <a:ea typeface="Microsoft YaHei"/>
                <a:cs typeface="Microsoft YaHei"/>
              </a:defRPr>
            </a:lvl8pPr>
            <a:lvl9pPr>
              <a:defRPr sz="2325" b="1">
                <a:solidFill>
                  <a:srgbClr val="315FBB"/>
                </a:solidFill>
                <a:latin typeface="Microsoft YaHei"/>
                <a:ea typeface="Microsoft YaHei"/>
                <a:cs typeface="Microsoft YaHei"/>
              </a:defRPr>
            </a:lvl9pPr>
          </a:lstStyle>
          <a:p xmlns:a="http://schemas.openxmlformats.org/drawingml/2006/main">
            <a:pPr>
              <a:defRPr sz="2325" b="1">
                <a:solidFill>
                  <a:srgbClr val="315FBB"/>
                </a:solidFill>
                <a:latin typeface="Microsoft YaHei"/>
                <a:ea typeface="Microsoft YaHei"/>
                <a:cs typeface="Microsoft YaHei"/>
              </a:defRPr>
            </a:pPr>
            <a:r>
              <a:rPr sz="2325" b="1">
                <a:solidFill>
                  <a:srgbClr val="315FBB"/>
                </a:solidFill>
                <a:latin typeface="Microsoft YaHei"/>
                <a:ea typeface="Microsoft YaHei"/>
                <a:cs typeface="Microsoft YaHei"/>
              </a:rPr>
              <a:t>04</a:t>
            </a:r>
          </a:p>
        </p:txBody>
      </p:sp>
      <p:sp>
        <p:nvSpPr>
          <p:cNvPr id="14" name="">
            <a:extLst xmlns:a="http://schemas.openxmlformats.org/drawingml/2006/main">
              <a:ext uri="{FF2B5EF4-FFF2-40B4-BE49-F238E27FC236}">
                <a16:creationId xmlns:a16="http://schemas.microsoft.com/office/drawing/2014/main" id="{C8E217D6-8960-4B66-BED2-4D627C154EB9}"/>
              </a:ext>
            </a:extLst>
          </p:cNvPr>
          <p:cNvSpPr>
            <a:spLocks xmlns:a="http://schemas.openxmlformats.org/drawingml/2006/main" noGrp="1"/>
          </p:cNvSpPr>
          <p:nvPr/>
        </p:nvSpPr>
        <p:spPr>
          <a:xfrm xmlns:a="http://schemas.openxmlformats.org/drawingml/2006/main">
            <a:off x="1495425" y="44005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63D"/>
                </a:solidFill>
                <a:latin typeface="Microsoft YaHei"/>
                <a:ea typeface="Microsoft YaHei"/>
                <a:cs typeface="Microsoft YaHei"/>
              </a:defRPr>
            </a:defPPr>
            <a:lvl1pPr>
              <a:defRPr sz="2025" b="1">
                <a:solidFill>
                  <a:srgbClr val="14263D"/>
                </a:solidFill>
                <a:latin typeface="Microsoft YaHei"/>
                <a:ea typeface="Microsoft YaHei"/>
                <a:cs typeface="Microsoft YaHei"/>
              </a:defRPr>
            </a:lvl1pPr>
            <a:lvl2pPr>
              <a:defRPr sz="2025" b="1">
                <a:solidFill>
                  <a:srgbClr val="14263D"/>
                </a:solidFill>
                <a:latin typeface="Microsoft YaHei"/>
                <a:ea typeface="Microsoft YaHei"/>
                <a:cs typeface="Microsoft YaHei"/>
              </a:defRPr>
            </a:lvl2pPr>
            <a:lvl3pPr>
              <a:defRPr sz="2025" b="1">
                <a:solidFill>
                  <a:srgbClr val="14263D"/>
                </a:solidFill>
                <a:latin typeface="Microsoft YaHei"/>
                <a:ea typeface="Microsoft YaHei"/>
                <a:cs typeface="Microsoft YaHei"/>
              </a:defRPr>
            </a:lvl3pPr>
            <a:lvl4pPr>
              <a:defRPr sz="2025" b="1">
                <a:solidFill>
                  <a:srgbClr val="14263D"/>
                </a:solidFill>
                <a:latin typeface="Microsoft YaHei"/>
                <a:ea typeface="Microsoft YaHei"/>
                <a:cs typeface="Microsoft YaHei"/>
              </a:defRPr>
            </a:lvl4pPr>
            <a:lvl5pPr>
              <a:defRPr sz="2025" b="1">
                <a:solidFill>
                  <a:srgbClr val="14263D"/>
                </a:solidFill>
                <a:latin typeface="Microsoft YaHei"/>
                <a:ea typeface="Microsoft YaHei"/>
                <a:cs typeface="Microsoft YaHei"/>
              </a:defRPr>
            </a:lvl5pPr>
            <a:lvl6pPr>
              <a:defRPr sz="2025" b="1">
                <a:solidFill>
                  <a:srgbClr val="14263D"/>
                </a:solidFill>
                <a:latin typeface="Microsoft YaHei"/>
                <a:ea typeface="Microsoft YaHei"/>
                <a:cs typeface="Microsoft YaHei"/>
              </a:defRPr>
            </a:lvl6pPr>
            <a:lvl7pPr>
              <a:defRPr sz="2025" b="1">
                <a:solidFill>
                  <a:srgbClr val="14263D"/>
                </a:solidFill>
                <a:latin typeface="Microsoft YaHei"/>
                <a:ea typeface="Microsoft YaHei"/>
                <a:cs typeface="Microsoft YaHei"/>
              </a:defRPr>
            </a:lvl7pPr>
            <a:lvl8pPr>
              <a:defRPr sz="2025" b="1">
                <a:solidFill>
                  <a:srgbClr val="14263D"/>
                </a:solidFill>
                <a:latin typeface="Microsoft YaHei"/>
                <a:ea typeface="Microsoft YaHei"/>
                <a:cs typeface="Microsoft YaHei"/>
              </a:defRPr>
            </a:lvl8pPr>
            <a:lvl9pPr>
              <a:defRPr sz="2025" b="1">
                <a:solidFill>
                  <a:srgbClr val="14263D"/>
                </a:solidFill>
                <a:latin typeface="Microsoft YaHei"/>
                <a:ea typeface="Microsoft YaHei"/>
                <a:cs typeface="Microsoft YaHei"/>
              </a:defRPr>
            </a:lvl9pPr>
          </a:lstStyle>
          <a:p xmlns:a="http://schemas.openxmlformats.org/drawingml/2006/main">
            <a:pPr>
              <a:defRPr sz="2025" b="1">
                <a:solidFill>
                  <a:srgbClr val="14263D"/>
                </a:solidFill>
                <a:latin typeface="Microsoft YaHei"/>
                <a:ea typeface="Microsoft YaHei"/>
                <a:cs typeface="Microsoft YaHei"/>
              </a:defRPr>
            </a:pPr>
            <a:r>
              <a:rPr sz="2025" b="1">
                <a:solidFill>
                  <a:srgbClr val="14263D"/>
                </a:solidFill>
                <a:latin typeface="Microsoft YaHei"/>
                <a:ea typeface="Microsoft YaHei"/>
                <a:cs typeface="Microsoft YaHei"/>
              </a:rPr>
              <a:t>Execute &amp; score</a:t>
            </a:r>
          </a:p>
        </p:txBody>
      </p:sp>
      <p:sp>
        <p:nvSpPr>
          <p:cNvPr id="15" name="">
            <a:extLst xmlns:a="http://schemas.openxmlformats.org/drawingml/2006/main">
              <a:ext uri="{FF2B5EF4-FFF2-40B4-BE49-F238E27FC236}">
                <a16:creationId xmlns:a16="http://schemas.microsoft.com/office/drawing/2014/main" id="{A0F4A633-BE35-4B41-AD2F-214EC685155E}"/>
              </a:ext>
            </a:extLst>
          </p:cNvPr>
          <p:cNvSpPr>
            <a:spLocks xmlns:a="http://schemas.openxmlformats.org/drawingml/2006/main" noGrp="1"/>
          </p:cNvSpPr>
          <p:nvPr/>
        </p:nvSpPr>
        <p:spPr>
          <a:xfrm xmlns:a="http://schemas.openxmlformats.org/drawingml/2006/main">
            <a:off x="4857750" y="4419600"/>
            <a:ext cx="6705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185"/>
                </a:solidFill>
                <a:latin typeface="Microsoft YaHei"/>
                <a:ea typeface="Microsoft YaHei"/>
                <a:cs typeface="Microsoft YaHei"/>
              </a:defRPr>
            </a:defPPr>
            <a:lvl1pPr>
              <a:defRPr sz="1725" b="0">
                <a:solidFill>
                  <a:srgbClr val="627185"/>
                </a:solidFill>
                <a:latin typeface="Microsoft YaHei"/>
                <a:ea typeface="Microsoft YaHei"/>
                <a:cs typeface="Microsoft YaHei"/>
              </a:defRPr>
            </a:lvl1pPr>
            <a:lvl2pPr>
              <a:defRPr sz="1725" b="0">
                <a:solidFill>
                  <a:srgbClr val="627185"/>
                </a:solidFill>
                <a:latin typeface="Microsoft YaHei"/>
                <a:ea typeface="Microsoft YaHei"/>
                <a:cs typeface="Microsoft YaHei"/>
              </a:defRPr>
            </a:lvl2pPr>
            <a:lvl3pPr>
              <a:defRPr sz="1725" b="0">
                <a:solidFill>
                  <a:srgbClr val="627185"/>
                </a:solidFill>
                <a:latin typeface="Microsoft YaHei"/>
                <a:ea typeface="Microsoft YaHei"/>
                <a:cs typeface="Microsoft YaHei"/>
              </a:defRPr>
            </a:lvl3pPr>
            <a:lvl4pPr>
              <a:defRPr sz="1725" b="0">
                <a:solidFill>
                  <a:srgbClr val="627185"/>
                </a:solidFill>
                <a:latin typeface="Microsoft YaHei"/>
                <a:ea typeface="Microsoft YaHei"/>
                <a:cs typeface="Microsoft YaHei"/>
              </a:defRPr>
            </a:lvl4pPr>
            <a:lvl5pPr>
              <a:defRPr sz="1725" b="0">
                <a:solidFill>
                  <a:srgbClr val="627185"/>
                </a:solidFill>
                <a:latin typeface="Microsoft YaHei"/>
                <a:ea typeface="Microsoft YaHei"/>
                <a:cs typeface="Microsoft YaHei"/>
              </a:defRPr>
            </a:lvl5pPr>
            <a:lvl6pPr>
              <a:defRPr sz="1725" b="0">
                <a:solidFill>
                  <a:srgbClr val="627185"/>
                </a:solidFill>
                <a:latin typeface="Microsoft YaHei"/>
                <a:ea typeface="Microsoft YaHei"/>
                <a:cs typeface="Microsoft YaHei"/>
              </a:defRPr>
            </a:lvl6pPr>
            <a:lvl7pPr>
              <a:defRPr sz="1725" b="0">
                <a:solidFill>
                  <a:srgbClr val="627185"/>
                </a:solidFill>
                <a:latin typeface="Microsoft YaHei"/>
                <a:ea typeface="Microsoft YaHei"/>
                <a:cs typeface="Microsoft YaHei"/>
              </a:defRPr>
            </a:lvl7pPr>
            <a:lvl8pPr>
              <a:defRPr sz="1725" b="0">
                <a:solidFill>
                  <a:srgbClr val="627185"/>
                </a:solidFill>
                <a:latin typeface="Microsoft YaHei"/>
                <a:ea typeface="Microsoft YaHei"/>
                <a:cs typeface="Microsoft YaHei"/>
              </a:defRPr>
            </a:lvl8pPr>
            <a:lvl9pPr>
              <a:defRPr sz="1725" b="0">
                <a:solidFill>
                  <a:srgbClr val="627185"/>
                </a:solidFill>
                <a:latin typeface="Microsoft YaHei"/>
                <a:ea typeface="Microsoft YaHei"/>
                <a:cs typeface="Microsoft YaHei"/>
              </a:defRPr>
            </a:lvl9pPr>
          </a:lstStyle>
          <a:p xmlns:a="http://schemas.openxmlformats.org/drawingml/2006/main">
            <a:pPr>
              <a:defRPr sz="1725" b="0">
                <a:solidFill>
                  <a:srgbClr val="627185"/>
                </a:solidFill>
                <a:latin typeface="Microsoft YaHei"/>
                <a:ea typeface="Microsoft YaHei"/>
                <a:cs typeface="Microsoft YaHei"/>
              </a:defRPr>
            </a:pPr>
            <a:r>
              <a:rPr sz="1725" b="0">
                <a:solidFill>
                  <a:srgbClr val="627185"/>
                </a:solidFill>
                <a:latin typeface="Microsoft YaHei"/>
                <a:ea typeface="Microsoft YaHei"/>
                <a:cs typeface="Microsoft YaHei"/>
              </a:rPr>
              <a:t>Intercept LLM calls using run configuration, then score the output.</a:t>
            </a:r>
          </a:p>
        </p:txBody>
      </p:sp>
      <p:sp>
        <p:nvSpPr>
          <p:cNvPr id="16" name="">
            <a:extLst xmlns:a="http://schemas.openxmlformats.org/drawingml/2006/main">
              <a:ext uri="{FF2B5EF4-FFF2-40B4-BE49-F238E27FC236}">
                <a16:creationId xmlns:a16="http://schemas.microsoft.com/office/drawing/2014/main" id="{55D2E511-D457-4453-8220-1715CFA635D0}"/>
              </a:ext>
            </a:extLst>
          </p:cNvPr>
          <p:cNvSpPr>
            <a:spLocks xmlns:a="http://schemas.openxmlformats.org/drawingml/2006/main" noGrp="1"/>
          </p:cNvSpPr>
          <p:nvPr/>
        </p:nvSpPr>
        <p:spPr>
          <a:xfrm xmlns:a="http://schemas.openxmlformats.org/drawingml/2006/main">
            <a:off x="638175" y="52387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315FBB"/>
                </a:solidFill>
                <a:latin typeface="Microsoft YaHei"/>
                <a:ea typeface="Microsoft YaHei"/>
                <a:cs typeface="Microsoft YaHei"/>
              </a:defRPr>
            </a:defPPr>
            <a:lvl1pPr>
              <a:defRPr sz="2325" b="1">
                <a:solidFill>
                  <a:srgbClr val="315FBB"/>
                </a:solidFill>
                <a:latin typeface="Microsoft YaHei"/>
                <a:ea typeface="Microsoft YaHei"/>
                <a:cs typeface="Microsoft YaHei"/>
              </a:defRPr>
            </a:lvl1pPr>
            <a:lvl2pPr>
              <a:defRPr sz="2325" b="1">
                <a:solidFill>
                  <a:srgbClr val="315FBB"/>
                </a:solidFill>
                <a:latin typeface="Microsoft YaHei"/>
                <a:ea typeface="Microsoft YaHei"/>
                <a:cs typeface="Microsoft YaHei"/>
              </a:defRPr>
            </a:lvl2pPr>
            <a:lvl3pPr>
              <a:defRPr sz="2325" b="1">
                <a:solidFill>
                  <a:srgbClr val="315FBB"/>
                </a:solidFill>
                <a:latin typeface="Microsoft YaHei"/>
                <a:ea typeface="Microsoft YaHei"/>
                <a:cs typeface="Microsoft YaHei"/>
              </a:defRPr>
            </a:lvl3pPr>
            <a:lvl4pPr>
              <a:defRPr sz="2325" b="1">
                <a:solidFill>
                  <a:srgbClr val="315FBB"/>
                </a:solidFill>
                <a:latin typeface="Microsoft YaHei"/>
                <a:ea typeface="Microsoft YaHei"/>
                <a:cs typeface="Microsoft YaHei"/>
              </a:defRPr>
            </a:lvl4pPr>
            <a:lvl5pPr>
              <a:defRPr sz="2325" b="1">
                <a:solidFill>
                  <a:srgbClr val="315FBB"/>
                </a:solidFill>
                <a:latin typeface="Microsoft YaHei"/>
                <a:ea typeface="Microsoft YaHei"/>
                <a:cs typeface="Microsoft YaHei"/>
              </a:defRPr>
            </a:lvl5pPr>
            <a:lvl6pPr>
              <a:defRPr sz="2325" b="1">
                <a:solidFill>
                  <a:srgbClr val="315FBB"/>
                </a:solidFill>
                <a:latin typeface="Microsoft YaHei"/>
                <a:ea typeface="Microsoft YaHei"/>
                <a:cs typeface="Microsoft YaHei"/>
              </a:defRPr>
            </a:lvl6pPr>
            <a:lvl7pPr>
              <a:defRPr sz="2325" b="1">
                <a:solidFill>
                  <a:srgbClr val="315FBB"/>
                </a:solidFill>
                <a:latin typeface="Microsoft YaHei"/>
                <a:ea typeface="Microsoft YaHei"/>
                <a:cs typeface="Microsoft YaHei"/>
              </a:defRPr>
            </a:lvl7pPr>
            <a:lvl8pPr>
              <a:defRPr sz="2325" b="1">
                <a:solidFill>
                  <a:srgbClr val="315FBB"/>
                </a:solidFill>
                <a:latin typeface="Microsoft YaHei"/>
                <a:ea typeface="Microsoft YaHei"/>
                <a:cs typeface="Microsoft YaHei"/>
              </a:defRPr>
            </a:lvl8pPr>
            <a:lvl9pPr>
              <a:defRPr sz="2325" b="1">
                <a:solidFill>
                  <a:srgbClr val="315FBB"/>
                </a:solidFill>
                <a:latin typeface="Microsoft YaHei"/>
                <a:ea typeface="Microsoft YaHei"/>
                <a:cs typeface="Microsoft YaHei"/>
              </a:defRPr>
            </a:lvl9pPr>
          </a:lstStyle>
          <a:p xmlns:a="http://schemas.openxmlformats.org/drawingml/2006/main">
            <a:pPr>
              <a:defRPr sz="2325" b="1">
                <a:solidFill>
                  <a:srgbClr val="315FBB"/>
                </a:solidFill>
                <a:latin typeface="Microsoft YaHei"/>
                <a:ea typeface="Microsoft YaHei"/>
                <a:cs typeface="Microsoft YaHei"/>
              </a:defRPr>
            </a:pPr>
            <a:r>
              <a:rPr sz="2325" b="1">
                <a:solidFill>
                  <a:srgbClr val="315FBB"/>
                </a:solidFill>
                <a:latin typeface="Microsoft YaHei"/>
                <a:ea typeface="Microsoft YaHei"/>
                <a:cs typeface="Microsoft YaHei"/>
              </a:rPr>
              <a:t>05</a:t>
            </a:r>
          </a:p>
        </p:txBody>
      </p:sp>
      <p:sp>
        <p:nvSpPr>
          <p:cNvPr id="17" name="">
            <a:extLst xmlns:a="http://schemas.openxmlformats.org/drawingml/2006/main">
              <a:ext uri="{FF2B5EF4-FFF2-40B4-BE49-F238E27FC236}">
                <a16:creationId xmlns:a16="http://schemas.microsoft.com/office/drawing/2014/main" id="{C767C3F4-B4F0-4341-BBD3-2A7671D1BCA5}"/>
              </a:ext>
            </a:extLst>
          </p:cNvPr>
          <p:cNvSpPr>
            <a:spLocks xmlns:a="http://schemas.openxmlformats.org/drawingml/2006/main" noGrp="1"/>
          </p:cNvSpPr>
          <p:nvPr/>
        </p:nvSpPr>
        <p:spPr>
          <a:xfrm xmlns:a="http://schemas.openxmlformats.org/drawingml/2006/main">
            <a:off x="1495425" y="52387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63D"/>
                </a:solidFill>
                <a:latin typeface="Microsoft YaHei"/>
                <a:ea typeface="Microsoft YaHei"/>
                <a:cs typeface="Microsoft YaHei"/>
              </a:defRPr>
            </a:defPPr>
            <a:lvl1pPr>
              <a:defRPr sz="2025" b="1">
                <a:solidFill>
                  <a:srgbClr val="14263D"/>
                </a:solidFill>
                <a:latin typeface="Microsoft YaHei"/>
                <a:ea typeface="Microsoft YaHei"/>
                <a:cs typeface="Microsoft YaHei"/>
              </a:defRPr>
            </a:lvl1pPr>
            <a:lvl2pPr>
              <a:defRPr sz="2025" b="1">
                <a:solidFill>
                  <a:srgbClr val="14263D"/>
                </a:solidFill>
                <a:latin typeface="Microsoft YaHei"/>
                <a:ea typeface="Microsoft YaHei"/>
                <a:cs typeface="Microsoft YaHei"/>
              </a:defRPr>
            </a:lvl2pPr>
            <a:lvl3pPr>
              <a:defRPr sz="2025" b="1">
                <a:solidFill>
                  <a:srgbClr val="14263D"/>
                </a:solidFill>
                <a:latin typeface="Microsoft YaHei"/>
                <a:ea typeface="Microsoft YaHei"/>
                <a:cs typeface="Microsoft YaHei"/>
              </a:defRPr>
            </a:lvl3pPr>
            <a:lvl4pPr>
              <a:defRPr sz="2025" b="1">
                <a:solidFill>
                  <a:srgbClr val="14263D"/>
                </a:solidFill>
                <a:latin typeface="Microsoft YaHei"/>
                <a:ea typeface="Microsoft YaHei"/>
                <a:cs typeface="Microsoft YaHei"/>
              </a:defRPr>
            </a:lvl4pPr>
            <a:lvl5pPr>
              <a:defRPr sz="2025" b="1">
                <a:solidFill>
                  <a:srgbClr val="14263D"/>
                </a:solidFill>
                <a:latin typeface="Microsoft YaHei"/>
                <a:ea typeface="Microsoft YaHei"/>
                <a:cs typeface="Microsoft YaHei"/>
              </a:defRPr>
            </a:lvl5pPr>
            <a:lvl6pPr>
              <a:defRPr sz="2025" b="1">
                <a:solidFill>
                  <a:srgbClr val="14263D"/>
                </a:solidFill>
                <a:latin typeface="Microsoft YaHei"/>
                <a:ea typeface="Microsoft YaHei"/>
                <a:cs typeface="Microsoft YaHei"/>
              </a:defRPr>
            </a:lvl6pPr>
            <a:lvl7pPr>
              <a:defRPr sz="2025" b="1">
                <a:solidFill>
                  <a:srgbClr val="14263D"/>
                </a:solidFill>
                <a:latin typeface="Microsoft YaHei"/>
                <a:ea typeface="Microsoft YaHei"/>
                <a:cs typeface="Microsoft YaHei"/>
              </a:defRPr>
            </a:lvl7pPr>
            <a:lvl8pPr>
              <a:defRPr sz="2025" b="1">
                <a:solidFill>
                  <a:srgbClr val="14263D"/>
                </a:solidFill>
                <a:latin typeface="Microsoft YaHei"/>
                <a:ea typeface="Microsoft YaHei"/>
                <a:cs typeface="Microsoft YaHei"/>
              </a:defRPr>
            </a:lvl8pPr>
            <a:lvl9pPr>
              <a:defRPr sz="2025" b="1">
                <a:solidFill>
                  <a:srgbClr val="14263D"/>
                </a:solidFill>
                <a:latin typeface="Microsoft YaHei"/>
                <a:ea typeface="Microsoft YaHei"/>
                <a:cs typeface="Microsoft YaHei"/>
              </a:defRPr>
            </a:lvl9pPr>
          </a:lstStyle>
          <a:p xmlns:a="http://schemas.openxmlformats.org/drawingml/2006/main">
            <a:pPr>
              <a:defRPr sz="2025" b="1">
                <a:solidFill>
                  <a:srgbClr val="14263D"/>
                </a:solidFill>
                <a:latin typeface="Microsoft YaHei"/>
                <a:ea typeface="Microsoft YaHei"/>
                <a:cs typeface="Microsoft YaHei"/>
              </a:defRPr>
            </a:pPr>
            <a:r>
              <a:rPr sz="2025" b="1">
                <a:solidFill>
                  <a:srgbClr val="14263D"/>
                </a:solidFill>
                <a:latin typeface="Microsoft YaHei"/>
                <a:ea typeface="Microsoft YaHei"/>
                <a:cs typeface="Microsoft YaHei"/>
              </a:rPr>
              <a:t>Publish &amp; clean up</a:t>
            </a:r>
          </a:p>
        </p:txBody>
      </p:sp>
      <p:sp>
        <p:nvSpPr>
          <p:cNvPr id="18" name="">
            <a:extLst xmlns:a="http://schemas.openxmlformats.org/drawingml/2006/main">
              <a:ext uri="{FF2B5EF4-FFF2-40B4-BE49-F238E27FC236}">
                <a16:creationId xmlns:a16="http://schemas.microsoft.com/office/drawing/2014/main" id="{A4F383EF-D868-49C2-802A-320FFAEBB523}"/>
              </a:ext>
            </a:extLst>
          </p:cNvPr>
          <p:cNvSpPr>
            <a:spLocks xmlns:a="http://schemas.openxmlformats.org/drawingml/2006/main" noGrp="1"/>
          </p:cNvSpPr>
          <p:nvPr/>
        </p:nvSpPr>
        <p:spPr>
          <a:xfrm xmlns:a="http://schemas.openxmlformats.org/drawingml/2006/main">
            <a:off x="4857750" y="5257800"/>
            <a:ext cx="6705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7185"/>
                </a:solidFill>
                <a:latin typeface="Microsoft YaHei"/>
                <a:ea typeface="Microsoft YaHei"/>
                <a:cs typeface="Microsoft YaHei"/>
              </a:defRPr>
            </a:defPPr>
            <a:lvl1pPr>
              <a:defRPr sz="1725" b="0">
                <a:solidFill>
                  <a:srgbClr val="627185"/>
                </a:solidFill>
                <a:latin typeface="Microsoft YaHei"/>
                <a:ea typeface="Microsoft YaHei"/>
                <a:cs typeface="Microsoft YaHei"/>
              </a:defRPr>
            </a:lvl1pPr>
            <a:lvl2pPr>
              <a:defRPr sz="1725" b="0">
                <a:solidFill>
                  <a:srgbClr val="627185"/>
                </a:solidFill>
                <a:latin typeface="Microsoft YaHei"/>
                <a:ea typeface="Microsoft YaHei"/>
                <a:cs typeface="Microsoft YaHei"/>
              </a:defRPr>
            </a:lvl2pPr>
            <a:lvl3pPr>
              <a:defRPr sz="1725" b="0">
                <a:solidFill>
                  <a:srgbClr val="627185"/>
                </a:solidFill>
                <a:latin typeface="Microsoft YaHei"/>
                <a:ea typeface="Microsoft YaHei"/>
                <a:cs typeface="Microsoft YaHei"/>
              </a:defRPr>
            </a:lvl3pPr>
            <a:lvl4pPr>
              <a:defRPr sz="1725" b="0">
                <a:solidFill>
                  <a:srgbClr val="627185"/>
                </a:solidFill>
                <a:latin typeface="Microsoft YaHei"/>
                <a:ea typeface="Microsoft YaHei"/>
                <a:cs typeface="Microsoft YaHei"/>
              </a:defRPr>
            </a:lvl4pPr>
            <a:lvl5pPr>
              <a:defRPr sz="1725" b="0">
                <a:solidFill>
                  <a:srgbClr val="627185"/>
                </a:solidFill>
                <a:latin typeface="Microsoft YaHei"/>
                <a:ea typeface="Microsoft YaHei"/>
                <a:cs typeface="Microsoft YaHei"/>
              </a:defRPr>
            </a:lvl5pPr>
            <a:lvl6pPr>
              <a:defRPr sz="1725" b="0">
                <a:solidFill>
                  <a:srgbClr val="627185"/>
                </a:solidFill>
                <a:latin typeface="Microsoft YaHei"/>
                <a:ea typeface="Microsoft YaHei"/>
                <a:cs typeface="Microsoft YaHei"/>
              </a:defRPr>
            </a:lvl6pPr>
            <a:lvl7pPr>
              <a:defRPr sz="1725" b="0">
                <a:solidFill>
                  <a:srgbClr val="627185"/>
                </a:solidFill>
                <a:latin typeface="Microsoft YaHei"/>
                <a:ea typeface="Microsoft YaHei"/>
                <a:cs typeface="Microsoft YaHei"/>
              </a:defRPr>
            </a:lvl7pPr>
            <a:lvl8pPr>
              <a:defRPr sz="1725" b="0">
                <a:solidFill>
                  <a:srgbClr val="627185"/>
                </a:solidFill>
                <a:latin typeface="Microsoft YaHei"/>
                <a:ea typeface="Microsoft YaHei"/>
                <a:cs typeface="Microsoft YaHei"/>
              </a:defRPr>
            </a:lvl8pPr>
            <a:lvl9pPr>
              <a:defRPr sz="1725" b="0">
                <a:solidFill>
                  <a:srgbClr val="627185"/>
                </a:solidFill>
                <a:latin typeface="Microsoft YaHei"/>
                <a:ea typeface="Microsoft YaHei"/>
                <a:cs typeface="Microsoft YaHei"/>
              </a:defRPr>
            </a:lvl9pPr>
          </a:lstStyle>
          <a:p xmlns:a="http://schemas.openxmlformats.org/drawingml/2006/main">
            <a:pPr>
              <a:defRPr sz="1725" b="0">
                <a:solidFill>
                  <a:srgbClr val="627185"/>
                </a:solidFill>
                <a:latin typeface="Microsoft YaHei"/>
                <a:ea typeface="Microsoft YaHei"/>
                <a:cs typeface="Microsoft YaHei"/>
              </a:defRPr>
            </a:pPr>
            <a:r>
              <a:rPr sz="1725" b="0">
                <a:solidFill>
                  <a:srgbClr val="627185"/>
                </a:solidFill>
                <a:latin typeface="Microsoft YaHei"/>
                <a:ea typeface="Microsoft YaHei"/>
                <a:cs typeface="Microsoft YaHei"/>
              </a:rPr>
              <a:t>Send scores, monitoring and cost to Langfuse, then clean up.</a:t>
            </a:r>
          </a:p>
        </p:txBody>
      </p:sp>
    </p:spTree>
    <p:extLst>
      <p:ext uri="{BB962C8B-B14F-4D97-AF65-F5344CB8AC3E}">
        <p14:creationId xmlns:p14="http://schemas.microsoft.com/office/powerpoint/2010/main" val="1063815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2026-10-20T05:25:11.3520000Z</dcterms:created>
  <dcterms:modified xsi:type="dcterms:W3CDTF">2026-10-20T05:25:11.3520000Z</dcterms:modified>
</coreProperties>
</file>